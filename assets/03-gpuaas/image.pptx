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380" r:id="rId7"/>
    <p:sldId id="381" r:id="rId8"/>
    <p:sldId id="382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3A2"/>
    <a:srgbClr val="002B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B79FC3-CAA5-440E-91EB-3C0F908AF9C6}" v="2" dt="2026-07-19T09:11:25.9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8" y="16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 sldOrd">
      <pc:chgData name="헌정 임" userId="eb9ca9bd79f0560f" providerId="LiveId" clId="{A6339E56-8272-42D6-9D95-12E1A8284411}" dt="2026-07-19T09:11:50.311" v="7330" actId="1076"/>
      <pc:docMkLst>
        <pc:docMk/>
      </pc:docMkLst>
      <pc:sldChg chg="add">
        <pc:chgData name="헌정 임" userId="eb9ca9bd79f0560f" providerId="LiveId" clId="{A6339E56-8272-42D6-9D95-12E1A8284411}" dt="2026-07-03T12:36:22.057" v="100"/>
        <pc:sldMkLst>
          <pc:docMk/>
          <pc:sldMk cId="3589339983" sldId="256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4276870801" sldId="257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992724321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580931778" sldId="259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595150386" sldId="260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383271283" sldId="380"/>
        </pc:sldMkLst>
      </pc:sldChg>
      <pc:sldChg chg="addSp delSp modSp new mod">
        <pc:chgData name="헌정 임" userId="eb9ca9bd79f0560f" providerId="LiveId" clId="{A6339E56-8272-42D6-9D95-12E1A8284411}" dt="2026-07-19T09:05:05.644" v="7320" actId="208"/>
        <pc:sldMkLst>
          <pc:docMk/>
          <pc:sldMk cId="1569238058" sldId="381"/>
        </pc:sldMkLst>
        <pc:spChg chg="del">
          <ac:chgData name="헌정 임" userId="eb9ca9bd79f0560f" providerId="LiveId" clId="{A6339E56-8272-42D6-9D95-12E1A8284411}" dt="2026-07-19T09:04:00.721" v="7302" actId="478"/>
          <ac:spMkLst>
            <pc:docMk/>
            <pc:sldMk cId="1569238058" sldId="381"/>
            <ac:spMk id="2" creationId="{8FB7A176-D484-A77D-7806-B8FB4D569F22}"/>
          </ac:spMkLst>
        </pc:spChg>
        <pc:spChg chg="del">
          <ac:chgData name="헌정 임" userId="eb9ca9bd79f0560f" providerId="LiveId" clId="{A6339E56-8272-42D6-9D95-12E1A8284411}" dt="2026-07-19T09:04:00.721" v="7302" actId="478"/>
          <ac:spMkLst>
            <pc:docMk/>
            <pc:sldMk cId="1569238058" sldId="381"/>
            <ac:spMk id="3" creationId="{3283FC48-6C0D-6BD8-1F7A-949540920627}"/>
          </ac:spMkLst>
        </pc:spChg>
        <pc:spChg chg="add mod">
          <ac:chgData name="헌정 임" userId="eb9ca9bd79f0560f" providerId="LiveId" clId="{A6339E56-8272-42D6-9D95-12E1A8284411}" dt="2026-07-19T09:04:22.127" v="7313" actId="1036"/>
          <ac:spMkLst>
            <pc:docMk/>
            <pc:sldMk cId="1569238058" sldId="381"/>
            <ac:spMk id="7" creationId="{25418044-9F78-AD09-1134-3E52B7B78EBC}"/>
          </ac:spMkLst>
        </pc:spChg>
        <pc:spChg chg="add mod">
          <ac:chgData name="헌정 임" userId="eb9ca9bd79f0560f" providerId="LiveId" clId="{A6339E56-8272-42D6-9D95-12E1A8284411}" dt="2026-07-19T09:04:25.249" v="7314" actId="571"/>
          <ac:spMkLst>
            <pc:docMk/>
            <pc:sldMk cId="1569238058" sldId="381"/>
            <ac:spMk id="8" creationId="{D74A6403-CE16-1397-05DC-BF49419F69AE}"/>
          </ac:spMkLst>
        </pc:spChg>
        <pc:spChg chg="add mod">
          <ac:chgData name="헌정 임" userId="eb9ca9bd79f0560f" providerId="LiveId" clId="{A6339E56-8272-42D6-9D95-12E1A8284411}" dt="2026-07-19T09:05:05.644" v="7320" actId="208"/>
          <ac:spMkLst>
            <pc:docMk/>
            <pc:sldMk cId="1569238058" sldId="381"/>
            <ac:spMk id="10" creationId="{DAEAA0BA-A8E1-F822-7E3A-134E2D689C56}"/>
          </ac:spMkLst>
        </pc:spChg>
        <pc:picChg chg="add">
          <ac:chgData name="헌정 임" userId="eb9ca9bd79f0560f" providerId="LiveId" clId="{A6339E56-8272-42D6-9D95-12E1A8284411}" dt="2026-07-19T09:04:02.117" v="7303" actId="22"/>
          <ac:picMkLst>
            <pc:docMk/>
            <pc:sldMk cId="1569238058" sldId="381"/>
            <ac:picMk id="5" creationId="{C86D71C6-B9BF-4B3F-5CD4-D251E61B574D}"/>
          </ac:picMkLst>
        </pc:picChg>
        <pc:picChg chg="add mod">
          <ac:chgData name="헌정 임" userId="eb9ca9bd79f0560f" providerId="LiveId" clId="{A6339E56-8272-42D6-9D95-12E1A8284411}" dt="2026-07-19T09:04:59.241" v="7319" actId="1076"/>
          <ac:picMkLst>
            <pc:docMk/>
            <pc:sldMk cId="1569238058" sldId="381"/>
            <ac:picMk id="12" creationId="{30580836-3275-1CFF-AAB8-39945B62DDF2}"/>
          </ac:picMkLst>
        </pc:picChg>
      </pc:sldChg>
      <pc:sldChg chg="addSp delSp modSp new mod">
        <pc:chgData name="헌정 임" userId="eb9ca9bd79f0560f" providerId="LiveId" clId="{A6339E56-8272-42D6-9D95-12E1A8284411}" dt="2026-07-19T09:11:50.311" v="7330" actId="1076"/>
        <pc:sldMkLst>
          <pc:docMk/>
          <pc:sldMk cId="708211789" sldId="382"/>
        </pc:sldMkLst>
        <pc:spChg chg="del">
          <ac:chgData name="헌정 임" userId="eb9ca9bd79f0560f" providerId="LiveId" clId="{A6339E56-8272-42D6-9D95-12E1A8284411}" dt="2026-07-19T09:11:24.491" v="7322" actId="478"/>
          <ac:spMkLst>
            <pc:docMk/>
            <pc:sldMk cId="708211789" sldId="382"/>
            <ac:spMk id="2" creationId="{44460586-5361-028E-9E54-9C53EEA47AE5}"/>
          </ac:spMkLst>
        </pc:spChg>
        <pc:spChg chg="del">
          <ac:chgData name="헌정 임" userId="eb9ca9bd79f0560f" providerId="LiveId" clId="{A6339E56-8272-42D6-9D95-12E1A8284411}" dt="2026-07-19T09:11:24.491" v="7322" actId="478"/>
          <ac:spMkLst>
            <pc:docMk/>
            <pc:sldMk cId="708211789" sldId="382"/>
            <ac:spMk id="3" creationId="{43BD6BFB-2596-D588-0817-F9C09587DCB2}"/>
          </ac:spMkLst>
        </pc:spChg>
        <pc:picChg chg="add mod modCrop">
          <ac:chgData name="헌정 임" userId="eb9ca9bd79f0560f" providerId="LiveId" clId="{A6339E56-8272-42D6-9D95-12E1A8284411}" dt="2026-07-19T09:11:37.278" v="7326" actId="732"/>
          <ac:picMkLst>
            <pc:docMk/>
            <pc:sldMk cId="708211789" sldId="382"/>
            <ac:picMk id="5" creationId="{7DFA412A-52D2-41DE-BEA3-2AE17CE87A25}"/>
          </ac:picMkLst>
        </pc:picChg>
        <pc:picChg chg="add mod modCrop">
          <ac:chgData name="헌정 임" userId="eb9ca9bd79f0560f" providerId="LiveId" clId="{A6339E56-8272-42D6-9D95-12E1A8284411}" dt="2026-07-19T09:11:40.411" v="7327" actId="1076"/>
          <ac:picMkLst>
            <pc:docMk/>
            <pc:sldMk cId="708211789" sldId="382"/>
            <ac:picMk id="6" creationId="{991533B0-187A-3D71-1A4D-00C13ECC800C}"/>
          </ac:picMkLst>
        </pc:picChg>
        <pc:picChg chg="add mod">
          <ac:chgData name="헌정 임" userId="eb9ca9bd79f0560f" providerId="LiveId" clId="{A6339E56-8272-42D6-9D95-12E1A8284411}" dt="2026-07-19T09:11:50.311" v="7330" actId="1076"/>
          <ac:picMkLst>
            <pc:docMk/>
            <pc:sldMk cId="708211789" sldId="382"/>
            <ac:picMk id="8" creationId="{98E53782-11BD-C8C9-2433-2FE41AEB5E7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39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70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931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4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150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32712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86D71C6-B9BF-4B3F-5CD4-D251E61B5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76" y="3033657"/>
            <a:ext cx="11269648" cy="79068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25418044-9F78-AD09-1134-3E52B7B78EBC}"/>
              </a:ext>
            </a:extLst>
          </p:cNvPr>
          <p:cNvSpPr/>
          <p:nvPr/>
        </p:nvSpPr>
        <p:spPr>
          <a:xfrm>
            <a:off x="1691303" y="3535292"/>
            <a:ext cx="413722" cy="1604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4A6403-CE16-1397-05DC-BF49419F69AE}"/>
              </a:ext>
            </a:extLst>
          </p:cNvPr>
          <p:cNvSpPr/>
          <p:nvPr/>
        </p:nvSpPr>
        <p:spPr>
          <a:xfrm>
            <a:off x="3767753" y="3374884"/>
            <a:ext cx="413722" cy="1604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AEAA0BA-A8E1-F822-7E3A-134E2D689C56}"/>
              </a:ext>
            </a:extLst>
          </p:cNvPr>
          <p:cNvSpPr/>
          <p:nvPr/>
        </p:nvSpPr>
        <p:spPr>
          <a:xfrm>
            <a:off x="1240488" y="3181883"/>
            <a:ext cx="940737" cy="273205"/>
          </a:xfrm>
          <a:prstGeom prst="roundRect">
            <a:avLst/>
          </a:prstGeom>
          <a:noFill/>
          <a:ln w="19050">
            <a:solidFill>
              <a:srgbClr val="0093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0580836-3275-1CFF-AAB8-39945B62D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025" y="3376430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238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DFA412A-52D2-41DE-BEA3-2AE17CE87A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982"/>
          <a:stretch>
            <a:fillRect/>
          </a:stretch>
        </p:blipFill>
        <p:spPr>
          <a:xfrm>
            <a:off x="5104518" y="0"/>
            <a:ext cx="1982963" cy="308732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91533B0-187A-3D71-1A4D-00C13ECC80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4469"/>
          <a:stretch>
            <a:fillRect/>
          </a:stretch>
        </p:blipFill>
        <p:spPr>
          <a:xfrm>
            <a:off x="5104518" y="3049688"/>
            <a:ext cx="1982963" cy="37931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8E53782-11BD-C8C9-2433-2FE41AEB5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273" y="1523171"/>
            <a:ext cx="1987468" cy="343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211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1198</TotalTime>
  <Words>62</Words>
  <Application>Microsoft Office PowerPoint</Application>
  <PresentationFormat>와이드스크린</PresentationFormat>
  <Paragraphs>27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Arial</vt:lpstr>
      <vt:lpstr>Montserrat</vt:lpstr>
      <vt:lpstr>Wingdings</vt:lpstr>
      <vt:lpstr>맑은 고딕</vt:lpstr>
      <vt:lpstr>Office 테마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2026-07-19T09:11:50Z</dcterms:modified>
</cp:coreProperties>
</file>