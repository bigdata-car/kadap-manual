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380" r:id="rId7"/>
    <p:sldId id="261" r:id="rId8"/>
    <p:sldId id="381" r:id="rId9"/>
    <p:sldId id="382" r:id="rId10"/>
    <p:sldId id="383" r:id="rId11"/>
    <p:sldId id="384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3" dt="2026-07-03T07:33:57.1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72" y="3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modSld">
      <pc:chgData name="헌정 임" userId="eb9ca9bd79f0560f" providerId="LiveId" clId="{A6339E56-8272-42D6-9D95-12E1A8284411}" dt="2026-07-03T07:34:30.993" v="20" actId="680"/>
      <pc:docMkLst>
        <pc:docMk/>
      </pc:docMkLst>
      <pc:sldChg chg="addSp delSp modSp new mod">
        <pc:chgData name="헌정 임" userId="eb9ca9bd79f0560f" providerId="LiveId" clId="{A6339E56-8272-42D6-9D95-12E1A8284411}" dt="2026-07-03T07:34:12.688" v="16" actId="14100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</pc:sldChg>
      <pc:sldChg chg="addSp delSp modSp add mod">
        <pc:chgData name="헌정 임" userId="eb9ca9bd79f0560f" providerId="LiveId" clId="{A6339E56-8272-42D6-9D95-12E1A8284411}" dt="2026-07-03T07:33:44.446" v="7" actId="22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new">
        <pc:chgData name="헌정 임" userId="eb9ca9bd79f0560f" providerId="LiveId" clId="{A6339E56-8272-42D6-9D95-12E1A8284411}" dt="2026-07-03T07:34:30.491" v="17" actId="680"/>
        <pc:sldMkLst>
          <pc:docMk/>
          <pc:sldMk cId="2888748938" sldId="381"/>
        </pc:sldMkLst>
      </pc:sldChg>
      <pc:sldChg chg="new">
        <pc:chgData name="헌정 임" userId="eb9ca9bd79f0560f" providerId="LiveId" clId="{A6339E56-8272-42D6-9D95-12E1A8284411}" dt="2026-07-03T07:34:30.685" v="18" actId="680"/>
        <pc:sldMkLst>
          <pc:docMk/>
          <pc:sldMk cId="3995347164" sldId="382"/>
        </pc:sldMkLst>
      </pc:sldChg>
      <pc:sldChg chg="new">
        <pc:chgData name="헌정 임" userId="eb9ca9bd79f0560f" providerId="LiveId" clId="{A6339E56-8272-42D6-9D95-12E1A8284411}" dt="2026-07-03T07:34:30.849" v="19" actId="680"/>
        <pc:sldMkLst>
          <pc:docMk/>
          <pc:sldMk cId="1773760154" sldId="383"/>
        </pc:sldMkLst>
      </pc:sldChg>
      <pc:sldChg chg="new">
        <pc:chgData name="헌정 임" userId="eb9ca9bd79f0560f" providerId="LiveId" clId="{A6339E56-8272-42D6-9D95-12E1A8284411}" dt="2026-07-03T07:34:30.993" v="20" actId="680"/>
        <pc:sldMkLst>
          <pc:docMk/>
          <pc:sldMk cId="2716414540" sldId="38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82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024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3299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387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4719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5008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FC513F-1296-0AAE-51A2-CA2685413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8748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CF910-DBCF-4B8C-C459-7A525828B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347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2C9A6E-0C40-1886-F24E-AF1CC833B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760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62</Words>
  <Application>Microsoft Office PowerPoint</Application>
  <PresentationFormat>와이드스크린</PresentationFormat>
  <Paragraphs>27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맑은 고딕</vt:lpstr>
      <vt:lpstr>Arial</vt:lpstr>
      <vt:lpstr>Montserrat</vt:lpstr>
      <vt:lpstr>Wingdings</vt:lpstr>
      <vt:lpstr>Office 테마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2026-07-03T07:34:41Z</dcterms:modified>
</cp:coreProperties>
</file>