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390" r:id="rId2"/>
    <p:sldId id="391" r:id="rId3"/>
    <p:sldId id="261" r:id="rId4"/>
    <p:sldId id="389" r:id="rId5"/>
    <p:sldId id="384" r:id="rId6"/>
    <p:sldId id="385" r:id="rId7"/>
    <p:sldId id="387" r:id="rId8"/>
    <p:sldId id="388" r:id="rId9"/>
    <p:sldId id="392" r:id="rId10"/>
    <p:sldId id="393" r:id="rId11"/>
    <p:sldId id="256" r:id="rId12"/>
    <p:sldId id="257" r:id="rId13"/>
    <p:sldId id="259" r:id="rId14"/>
    <p:sldId id="258" r:id="rId15"/>
    <p:sldId id="260" r:id="rId16"/>
    <p:sldId id="380" r:id="rId17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7AFA03C-ADB3-48E7-9DEE-EC77C33AF38A}" v="11" dt="2026-07-03T12:37:39.49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>
        <p:scale>
          <a:sx n="75" d="100"/>
          <a:sy n="75" d="100"/>
        </p:scale>
        <p:origin x="669" y="32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microsoft.com/office/2015/10/relationships/revisionInfo" Target="revisionInfo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헌정 임" userId="eb9ca9bd79f0560f" providerId="LiveId" clId="{A6339E56-8272-42D6-9D95-12E1A8284411}"/>
    <pc:docChg chg="undo custSel addSld delSld modSld">
      <pc:chgData name="헌정 임" userId="eb9ca9bd79f0560f" providerId="LiveId" clId="{A6339E56-8272-42D6-9D95-12E1A8284411}" dt="2026-07-03T12:37:39.486" v="109" actId="571"/>
      <pc:docMkLst>
        <pc:docMk/>
      </pc:docMkLst>
      <pc:sldChg chg="del">
        <pc:chgData name="헌정 임" userId="eb9ca9bd79f0560f" providerId="LiveId" clId="{A6339E56-8272-42D6-9D95-12E1A8284411}" dt="2026-07-03T12:36:19.623" v="97" actId="2696"/>
        <pc:sldMkLst>
          <pc:docMk/>
          <pc:sldMk cId="2282982365" sldId="256"/>
        </pc:sldMkLst>
      </pc:sldChg>
      <pc:sldChg chg="add">
        <pc:chgData name="헌정 임" userId="eb9ca9bd79f0560f" providerId="LiveId" clId="{A6339E56-8272-42D6-9D95-12E1A8284411}" dt="2026-07-03T12:36:22.057" v="100"/>
        <pc:sldMkLst>
          <pc:docMk/>
          <pc:sldMk cId="3589339983" sldId="256"/>
        </pc:sldMkLst>
      </pc:sldChg>
      <pc:sldChg chg="add del">
        <pc:chgData name="헌정 임" userId="eb9ca9bd79f0560f" providerId="LiveId" clId="{A6339E56-8272-42D6-9D95-12E1A8284411}" dt="2026-07-03T12:36:19.623" v="97" actId="2696"/>
        <pc:sldMkLst>
          <pc:docMk/>
          <pc:sldMk cId="1331024538" sldId="257"/>
        </pc:sldMkLst>
      </pc:sldChg>
      <pc:sldChg chg="add">
        <pc:chgData name="헌정 임" userId="eb9ca9bd79f0560f" providerId="LiveId" clId="{A6339E56-8272-42D6-9D95-12E1A8284411}" dt="2026-07-03T12:36:22.057" v="100"/>
        <pc:sldMkLst>
          <pc:docMk/>
          <pc:sldMk cId="4276870801" sldId="257"/>
        </pc:sldMkLst>
      </pc:sldChg>
      <pc:sldChg chg="add del">
        <pc:chgData name="헌정 임" userId="eb9ca9bd79f0560f" providerId="LiveId" clId="{A6339E56-8272-42D6-9D95-12E1A8284411}" dt="2026-07-03T12:36:19.623" v="97" actId="2696"/>
        <pc:sldMkLst>
          <pc:docMk/>
          <pc:sldMk cId="1040387894" sldId="258"/>
        </pc:sldMkLst>
      </pc:sldChg>
      <pc:sldChg chg="add">
        <pc:chgData name="헌정 임" userId="eb9ca9bd79f0560f" providerId="LiveId" clId="{A6339E56-8272-42D6-9D95-12E1A8284411}" dt="2026-07-03T12:36:22.057" v="100"/>
        <pc:sldMkLst>
          <pc:docMk/>
          <pc:sldMk cId="1992724321" sldId="258"/>
        </pc:sldMkLst>
      </pc:sldChg>
      <pc:sldChg chg="add">
        <pc:chgData name="헌정 임" userId="eb9ca9bd79f0560f" providerId="LiveId" clId="{A6339E56-8272-42D6-9D95-12E1A8284411}" dt="2026-07-03T12:36:22.057" v="100"/>
        <pc:sldMkLst>
          <pc:docMk/>
          <pc:sldMk cId="580931778" sldId="259"/>
        </pc:sldMkLst>
      </pc:sldChg>
      <pc:sldChg chg="add del">
        <pc:chgData name="헌정 임" userId="eb9ca9bd79f0560f" providerId="LiveId" clId="{A6339E56-8272-42D6-9D95-12E1A8284411}" dt="2026-07-03T12:36:19.623" v="97" actId="2696"/>
        <pc:sldMkLst>
          <pc:docMk/>
          <pc:sldMk cId="3313299812" sldId="259"/>
        </pc:sldMkLst>
      </pc:sldChg>
      <pc:sldChg chg="add">
        <pc:chgData name="헌정 임" userId="eb9ca9bd79f0560f" providerId="LiveId" clId="{A6339E56-8272-42D6-9D95-12E1A8284411}" dt="2026-07-03T12:36:22.057" v="100"/>
        <pc:sldMkLst>
          <pc:docMk/>
          <pc:sldMk cId="1595150386" sldId="260"/>
        </pc:sldMkLst>
      </pc:sldChg>
      <pc:sldChg chg="add del">
        <pc:chgData name="헌정 임" userId="eb9ca9bd79f0560f" providerId="LiveId" clId="{A6339E56-8272-42D6-9D95-12E1A8284411}" dt="2026-07-03T12:36:19.623" v="97" actId="2696"/>
        <pc:sldMkLst>
          <pc:docMk/>
          <pc:sldMk cId="2534719469" sldId="260"/>
        </pc:sldMkLst>
      </pc:sldChg>
      <pc:sldChg chg="addSp delSp modSp new mod">
        <pc:chgData name="헌정 임" userId="eb9ca9bd79f0560f" providerId="LiveId" clId="{A6339E56-8272-42D6-9D95-12E1A8284411}" dt="2026-07-03T12:00:20.867" v="48" actId="21"/>
        <pc:sldMkLst>
          <pc:docMk/>
          <pc:sldMk cId="1262162233" sldId="261"/>
        </pc:sldMkLst>
        <pc:spChg chg="del">
          <ac:chgData name="헌정 임" userId="eb9ca9bd79f0560f" providerId="LiveId" clId="{A6339E56-8272-42D6-9D95-12E1A8284411}" dt="2026-07-03T07:31:12.788" v="1" actId="478"/>
          <ac:spMkLst>
            <pc:docMk/>
            <pc:sldMk cId="1262162233" sldId="261"/>
            <ac:spMk id="2" creationId="{2E965AE5-26BE-2A02-3FFE-A6DE7AD83BB7}"/>
          </ac:spMkLst>
        </pc:spChg>
        <pc:spChg chg="add mod">
          <ac:chgData name="헌정 임" userId="eb9ca9bd79f0560f" providerId="LiveId" clId="{A6339E56-8272-42D6-9D95-12E1A8284411}" dt="2026-07-03T07:34:12.688" v="16" actId="14100"/>
          <ac:spMkLst>
            <pc:docMk/>
            <pc:sldMk cId="1262162233" sldId="261"/>
            <ac:spMk id="5" creationId="{0A7763B7-3EA1-4C17-21FE-B72B0B979911}"/>
          </ac:spMkLst>
        </pc:spChg>
        <pc:picChg chg="add mod">
          <ac:chgData name="헌정 임" userId="eb9ca9bd79f0560f" providerId="LiveId" clId="{A6339E56-8272-42D6-9D95-12E1A8284411}" dt="2026-07-03T07:34:02.501" v="13" actId="1076"/>
          <ac:picMkLst>
            <pc:docMk/>
            <pc:sldMk cId="1262162233" sldId="261"/>
            <ac:picMk id="4" creationId="{B96D3F62-B0FA-7690-86A0-3A3B118E403B}"/>
          </ac:picMkLst>
        </pc:picChg>
        <pc:picChg chg="add del">
          <ac:chgData name="헌정 임" userId="eb9ca9bd79f0560f" providerId="LiveId" clId="{A6339E56-8272-42D6-9D95-12E1A8284411}" dt="2026-07-03T12:00:20.867" v="48" actId="21"/>
          <ac:picMkLst>
            <pc:docMk/>
            <pc:sldMk cId="1262162233" sldId="261"/>
            <ac:picMk id="7" creationId="{39B65CD4-95CF-E3C3-5111-A6CDB4FCAFE6}"/>
          </ac:picMkLst>
        </pc:picChg>
      </pc:sldChg>
      <pc:sldChg chg="addSp delSp modSp add del mod">
        <pc:chgData name="헌정 임" userId="eb9ca9bd79f0560f" providerId="LiveId" clId="{A6339E56-8272-42D6-9D95-12E1A8284411}" dt="2026-07-03T12:36:19.623" v="97" actId="2696"/>
        <pc:sldMkLst>
          <pc:docMk/>
          <pc:sldMk cId="2705008494" sldId="380"/>
        </pc:sldMkLst>
        <pc:spChg chg="add mod">
          <ac:chgData name="헌정 임" userId="eb9ca9bd79f0560f" providerId="LiveId" clId="{A6339E56-8272-42D6-9D95-12E1A8284411}" dt="2026-07-03T07:32:54.298" v="5" actId="1076"/>
          <ac:spMkLst>
            <pc:docMk/>
            <pc:sldMk cId="2705008494" sldId="380"/>
            <ac:spMk id="2" creationId="{A4A1C44B-2C86-8DDD-F8AB-EE27AB01C624}"/>
          </ac:spMkLst>
        </pc:spChg>
        <pc:spChg chg="add mod">
          <ac:chgData name="헌정 임" userId="eb9ca9bd79f0560f" providerId="LiveId" clId="{A6339E56-8272-42D6-9D95-12E1A8284411}" dt="2026-07-03T07:32:54.298" v="5" actId="1076"/>
          <ac:spMkLst>
            <pc:docMk/>
            <pc:sldMk cId="2705008494" sldId="380"/>
            <ac:spMk id="3" creationId="{3A6692D7-2521-2B7A-11C8-66E302EEF499}"/>
          </ac:spMkLst>
        </pc:spChg>
        <pc:spChg chg="mod">
          <ac:chgData name="헌정 임" userId="eb9ca9bd79f0560f" providerId="LiveId" clId="{A6339E56-8272-42D6-9D95-12E1A8284411}" dt="2026-07-03T07:32:26.092" v="3" actId="1076"/>
          <ac:spMkLst>
            <pc:docMk/>
            <pc:sldMk cId="2705008494" sldId="380"/>
            <ac:spMk id="7" creationId="{25977839-8F0D-61C1-06AA-20B3A2F62C45}"/>
          </ac:spMkLst>
        </pc:spChg>
        <pc:spChg chg="add mod">
          <ac:chgData name="헌정 임" userId="eb9ca9bd79f0560f" providerId="LiveId" clId="{A6339E56-8272-42D6-9D95-12E1A8284411}" dt="2026-07-03T07:32:54.298" v="5" actId="1076"/>
          <ac:spMkLst>
            <pc:docMk/>
            <pc:sldMk cId="2705008494" sldId="380"/>
            <ac:spMk id="8" creationId="{7BF402E4-CD1D-01CB-5501-00EF3CDF9697}"/>
          </ac:spMkLst>
        </pc:spChg>
        <pc:spChg chg="add mod">
          <ac:chgData name="헌정 임" userId="eb9ca9bd79f0560f" providerId="LiveId" clId="{A6339E56-8272-42D6-9D95-12E1A8284411}" dt="2026-07-03T07:32:54.298" v="5" actId="1076"/>
          <ac:spMkLst>
            <pc:docMk/>
            <pc:sldMk cId="2705008494" sldId="380"/>
            <ac:spMk id="12" creationId="{6725C8B8-18AB-02D9-E102-D42DD8D874A1}"/>
          </ac:spMkLst>
        </pc:spChg>
        <pc:spChg chg="add mod">
          <ac:chgData name="헌정 임" userId="eb9ca9bd79f0560f" providerId="LiveId" clId="{A6339E56-8272-42D6-9D95-12E1A8284411}" dt="2026-07-03T07:32:54.298" v="5" actId="1076"/>
          <ac:spMkLst>
            <pc:docMk/>
            <pc:sldMk cId="2705008494" sldId="380"/>
            <ac:spMk id="14" creationId="{E7A052BE-B085-DE6B-2B9A-FBECA594CEFD}"/>
          </ac:spMkLst>
        </pc:spChg>
        <pc:spChg chg="add mod">
          <ac:chgData name="헌정 임" userId="eb9ca9bd79f0560f" providerId="LiveId" clId="{A6339E56-8272-42D6-9D95-12E1A8284411}" dt="2026-07-03T07:32:54.298" v="5" actId="1076"/>
          <ac:spMkLst>
            <pc:docMk/>
            <pc:sldMk cId="2705008494" sldId="380"/>
            <ac:spMk id="15" creationId="{3C26B117-1FFE-B6DD-5DA4-7B750A226BFE}"/>
          </ac:spMkLst>
        </pc:spChg>
        <pc:spChg chg="add mod">
          <ac:chgData name="헌정 임" userId="eb9ca9bd79f0560f" providerId="LiveId" clId="{A6339E56-8272-42D6-9D95-12E1A8284411}" dt="2026-07-03T07:32:54.298" v="5" actId="1076"/>
          <ac:spMkLst>
            <pc:docMk/>
            <pc:sldMk cId="2705008494" sldId="380"/>
            <ac:spMk id="17" creationId="{52C82DBC-89D3-72BF-E785-27F621497526}"/>
          </ac:spMkLst>
        </pc:spChg>
        <pc:spChg chg="add mod">
          <ac:chgData name="헌정 임" userId="eb9ca9bd79f0560f" providerId="LiveId" clId="{A6339E56-8272-42D6-9D95-12E1A8284411}" dt="2026-07-03T07:32:54.298" v="5" actId="1076"/>
          <ac:spMkLst>
            <pc:docMk/>
            <pc:sldMk cId="2705008494" sldId="380"/>
            <ac:spMk id="18" creationId="{27AE99D1-7664-6639-4B5B-90FE5FD6D7A4}"/>
          </ac:spMkLst>
        </pc:spChg>
        <pc:spChg chg="add mod">
          <ac:chgData name="헌정 임" userId="eb9ca9bd79f0560f" providerId="LiveId" clId="{A6339E56-8272-42D6-9D95-12E1A8284411}" dt="2026-07-03T07:32:54.298" v="5" actId="1076"/>
          <ac:spMkLst>
            <pc:docMk/>
            <pc:sldMk cId="2705008494" sldId="380"/>
            <ac:spMk id="19" creationId="{7F284681-8781-5548-B0D7-F8E2E1F042AA}"/>
          </ac:spMkLst>
        </pc:spChg>
        <pc:picChg chg="add del">
          <ac:chgData name="헌정 임" userId="eb9ca9bd79f0560f" providerId="LiveId" clId="{A6339E56-8272-42D6-9D95-12E1A8284411}" dt="2026-07-03T07:33:44.446" v="7" actId="22"/>
          <ac:picMkLst>
            <pc:docMk/>
            <pc:sldMk cId="2705008494" sldId="380"/>
            <ac:picMk id="21" creationId="{45B22327-4FC5-F33B-0FDA-3656FE283667}"/>
          </ac:picMkLst>
        </pc:picChg>
      </pc:sldChg>
      <pc:sldChg chg="add">
        <pc:chgData name="헌정 임" userId="eb9ca9bd79f0560f" providerId="LiveId" clId="{A6339E56-8272-42D6-9D95-12E1A8284411}" dt="2026-07-03T12:36:22.057" v="100"/>
        <pc:sldMkLst>
          <pc:docMk/>
          <pc:sldMk cId="3383271283" sldId="380"/>
        </pc:sldMkLst>
      </pc:sldChg>
      <pc:sldChg chg="new del">
        <pc:chgData name="헌정 임" userId="eb9ca9bd79f0560f" providerId="LiveId" clId="{A6339E56-8272-42D6-9D95-12E1A8284411}" dt="2026-07-03T12:00:40.476" v="49" actId="47"/>
        <pc:sldMkLst>
          <pc:docMk/>
          <pc:sldMk cId="2888748938" sldId="381"/>
        </pc:sldMkLst>
      </pc:sldChg>
      <pc:sldChg chg="new del">
        <pc:chgData name="헌정 임" userId="eb9ca9bd79f0560f" providerId="LiveId" clId="{A6339E56-8272-42D6-9D95-12E1A8284411}" dt="2026-07-03T12:00:41.522" v="50" actId="47"/>
        <pc:sldMkLst>
          <pc:docMk/>
          <pc:sldMk cId="3995347164" sldId="382"/>
        </pc:sldMkLst>
      </pc:sldChg>
      <pc:sldChg chg="new del">
        <pc:chgData name="헌정 임" userId="eb9ca9bd79f0560f" providerId="LiveId" clId="{A6339E56-8272-42D6-9D95-12E1A8284411}" dt="2026-07-03T12:00:42.728" v="51" actId="47"/>
        <pc:sldMkLst>
          <pc:docMk/>
          <pc:sldMk cId="1773760154" sldId="383"/>
        </pc:sldMkLst>
      </pc:sldChg>
      <pc:sldChg chg="addSp modSp new mod">
        <pc:chgData name="헌정 임" userId="eb9ca9bd79f0560f" providerId="LiveId" clId="{A6339E56-8272-42D6-9D95-12E1A8284411}" dt="2026-07-03T12:15:52.502" v="73" actId="732"/>
        <pc:sldMkLst>
          <pc:docMk/>
          <pc:sldMk cId="2716414540" sldId="384"/>
        </pc:sldMkLst>
        <pc:picChg chg="add mod modCrop">
          <ac:chgData name="헌정 임" userId="eb9ca9bd79f0560f" providerId="LiveId" clId="{A6339E56-8272-42D6-9D95-12E1A8284411}" dt="2026-07-03T12:15:52.502" v="73" actId="732"/>
          <ac:picMkLst>
            <pc:docMk/>
            <pc:sldMk cId="2716414540" sldId="384"/>
            <ac:picMk id="4" creationId="{FB3FE90C-AB0C-FA41-F02C-017B65C7E1E0}"/>
          </ac:picMkLst>
        </pc:picChg>
      </pc:sldChg>
      <pc:sldChg chg="addSp delSp modSp new mod">
        <pc:chgData name="헌정 임" userId="eb9ca9bd79f0560f" providerId="LiveId" clId="{A6339E56-8272-42D6-9D95-12E1A8284411}" dt="2026-07-03T12:05:19.726" v="55" actId="21"/>
        <pc:sldMkLst>
          <pc:docMk/>
          <pc:sldMk cId="1983847626" sldId="385"/>
        </pc:sldMkLst>
        <pc:picChg chg="add mod modCrop">
          <ac:chgData name="헌정 임" userId="eb9ca9bd79f0560f" providerId="LiveId" clId="{A6339E56-8272-42D6-9D95-12E1A8284411}" dt="2026-07-03T11:57:29.577" v="38" actId="1076"/>
          <ac:picMkLst>
            <pc:docMk/>
            <pc:sldMk cId="1983847626" sldId="385"/>
            <ac:picMk id="4" creationId="{D46C9835-FBA8-76FF-19E1-17A22C19FE4D}"/>
          </ac:picMkLst>
        </pc:picChg>
        <pc:picChg chg="add mod modCrop">
          <ac:chgData name="헌정 임" userId="eb9ca9bd79f0560f" providerId="LiveId" clId="{A6339E56-8272-42D6-9D95-12E1A8284411}" dt="2026-07-03T11:57:58.895" v="45" actId="1076"/>
          <ac:picMkLst>
            <pc:docMk/>
            <pc:sldMk cId="1983847626" sldId="385"/>
            <ac:picMk id="6" creationId="{FC127FFB-6F9B-41DE-A499-C39EB3281D17}"/>
          </ac:picMkLst>
        </pc:picChg>
        <pc:picChg chg="add mod">
          <ac:chgData name="헌정 임" userId="eb9ca9bd79f0560f" providerId="LiveId" clId="{A6339E56-8272-42D6-9D95-12E1A8284411}" dt="2026-07-03T11:57:57.423" v="44" actId="1076"/>
          <ac:picMkLst>
            <pc:docMk/>
            <pc:sldMk cId="1983847626" sldId="385"/>
            <ac:picMk id="8" creationId="{5FE4F172-8AD1-5C42-0140-DA4A2BE3DD96}"/>
          </ac:picMkLst>
        </pc:picChg>
        <pc:picChg chg="add mod">
          <ac:chgData name="헌정 임" userId="eb9ca9bd79f0560f" providerId="LiveId" clId="{A6339E56-8272-42D6-9D95-12E1A8284411}" dt="2026-07-03T11:58:00.547" v="46" actId="1076"/>
          <ac:picMkLst>
            <pc:docMk/>
            <pc:sldMk cId="1983847626" sldId="385"/>
            <ac:picMk id="10" creationId="{92735DA8-5C9C-348D-FD57-450DE0508F74}"/>
          </ac:picMkLst>
        </pc:picChg>
        <pc:picChg chg="add mod modCrop">
          <ac:chgData name="헌정 임" userId="eb9ca9bd79f0560f" providerId="LiveId" clId="{A6339E56-8272-42D6-9D95-12E1A8284411}" dt="2026-07-03T11:56:57.442" v="32" actId="732"/>
          <ac:picMkLst>
            <pc:docMk/>
            <pc:sldMk cId="1983847626" sldId="385"/>
            <ac:picMk id="11" creationId="{190B6743-2176-3074-22CE-7C8BCB59873C}"/>
          </ac:picMkLst>
        </pc:picChg>
        <pc:picChg chg="add del mod modCrop">
          <ac:chgData name="헌정 임" userId="eb9ca9bd79f0560f" providerId="LiveId" clId="{A6339E56-8272-42D6-9D95-12E1A8284411}" dt="2026-07-03T12:05:19.726" v="55" actId="21"/>
          <ac:picMkLst>
            <pc:docMk/>
            <pc:sldMk cId="1983847626" sldId="385"/>
            <ac:picMk id="12" creationId="{8A1E3112-45E3-0CB1-E1B4-6F0256BAF1E3}"/>
          </ac:picMkLst>
        </pc:picChg>
        <pc:picChg chg="add mod modCrop">
          <ac:chgData name="헌정 임" userId="eb9ca9bd79f0560f" providerId="LiveId" clId="{A6339E56-8272-42D6-9D95-12E1A8284411}" dt="2026-07-03T11:57:44.864" v="41" actId="732"/>
          <ac:picMkLst>
            <pc:docMk/>
            <pc:sldMk cId="1983847626" sldId="385"/>
            <ac:picMk id="13" creationId="{1C9043BD-C001-5B13-4D1A-9C757CE0088D}"/>
          </ac:picMkLst>
        </pc:picChg>
      </pc:sldChg>
      <pc:sldChg chg="addSp new del mod">
        <pc:chgData name="헌정 임" userId="eb9ca9bd79f0560f" providerId="LiveId" clId="{A6339E56-8272-42D6-9D95-12E1A8284411}" dt="2026-07-03T12:16:11.907" v="74" actId="47"/>
        <pc:sldMkLst>
          <pc:docMk/>
          <pc:sldMk cId="1787533717" sldId="386"/>
        </pc:sldMkLst>
        <pc:picChg chg="add">
          <ac:chgData name="헌정 임" userId="eb9ca9bd79f0560f" providerId="LiveId" clId="{A6339E56-8272-42D6-9D95-12E1A8284411}" dt="2026-07-03T12:02:03.542" v="53" actId="22"/>
          <ac:picMkLst>
            <pc:docMk/>
            <pc:sldMk cId="1787533717" sldId="386"/>
            <ac:picMk id="4" creationId="{BCF4503C-9B6F-443B-6743-E905216D5ECC}"/>
          </ac:picMkLst>
        </pc:picChg>
      </pc:sldChg>
      <pc:sldChg chg="addSp modSp new mod">
        <pc:chgData name="헌정 임" userId="eb9ca9bd79f0560f" providerId="LiveId" clId="{A6339E56-8272-42D6-9D95-12E1A8284411}" dt="2026-07-03T12:12:52.088" v="70" actId="1037"/>
        <pc:sldMkLst>
          <pc:docMk/>
          <pc:sldMk cId="333529903" sldId="387"/>
        </pc:sldMkLst>
        <pc:spChg chg="add mod">
          <ac:chgData name="헌정 임" userId="eb9ca9bd79f0560f" providerId="LiveId" clId="{A6339E56-8272-42D6-9D95-12E1A8284411}" dt="2026-07-03T12:12:52.088" v="70" actId="1037"/>
          <ac:spMkLst>
            <pc:docMk/>
            <pc:sldMk cId="333529903" sldId="387"/>
            <ac:spMk id="5" creationId="{87597391-AF5F-C774-31F8-B1E520AE5465}"/>
          </ac:spMkLst>
        </pc:spChg>
        <pc:picChg chg="add">
          <ac:chgData name="헌정 임" userId="eb9ca9bd79f0560f" providerId="LiveId" clId="{A6339E56-8272-42D6-9D95-12E1A8284411}" dt="2026-07-03T12:12:43.039" v="57" actId="22"/>
          <ac:picMkLst>
            <pc:docMk/>
            <pc:sldMk cId="333529903" sldId="387"/>
            <ac:picMk id="4" creationId="{E8B297AB-20D8-0B14-8D8A-CAAF32A032DE}"/>
          </ac:picMkLst>
        </pc:picChg>
      </pc:sldChg>
      <pc:sldChg chg="addSp delSp modSp new mod">
        <pc:chgData name="헌정 임" userId="eb9ca9bd79f0560f" providerId="LiveId" clId="{A6339E56-8272-42D6-9D95-12E1A8284411}" dt="2026-07-03T12:36:12.746" v="94" actId="22"/>
        <pc:sldMkLst>
          <pc:docMk/>
          <pc:sldMk cId="1109579226" sldId="388"/>
        </pc:sldMkLst>
        <pc:spChg chg="add mod">
          <ac:chgData name="헌정 임" userId="eb9ca9bd79f0560f" providerId="LiveId" clId="{A6339E56-8272-42D6-9D95-12E1A8284411}" dt="2026-07-03T12:18:21.776" v="85"/>
          <ac:spMkLst>
            <pc:docMk/>
            <pc:sldMk cId="1109579226" sldId="388"/>
            <ac:spMk id="7" creationId="{14B85EC4-8F40-3159-DBE0-117F5C1C36A2}"/>
          </ac:spMkLst>
        </pc:spChg>
        <pc:picChg chg="add del mod modCrop">
          <ac:chgData name="헌정 임" userId="eb9ca9bd79f0560f" providerId="LiveId" clId="{A6339E56-8272-42D6-9D95-12E1A8284411}" dt="2026-07-03T12:17:46.315" v="83" actId="478"/>
          <ac:picMkLst>
            <pc:docMk/>
            <pc:sldMk cId="1109579226" sldId="388"/>
            <ac:picMk id="4" creationId="{C981B778-07B5-E856-C945-43C97FBF7C74}"/>
          </ac:picMkLst>
        </pc:picChg>
        <pc:picChg chg="add">
          <ac:chgData name="헌정 임" userId="eb9ca9bd79f0560f" providerId="LiveId" clId="{A6339E56-8272-42D6-9D95-12E1A8284411}" dt="2026-07-03T12:18:18.247" v="84" actId="22"/>
          <ac:picMkLst>
            <pc:docMk/>
            <pc:sldMk cId="1109579226" sldId="388"/>
            <ac:picMk id="6" creationId="{48EF2E57-901F-B412-D2ED-829178775CF8}"/>
          </ac:picMkLst>
        </pc:picChg>
        <pc:picChg chg="add del">
          <ac:chgData name="헌정 임" userId="eb9ca9bd79f0560f" providerId="LiveId" clId="{A6339E56-8272-42D6-9D95-12E1A8284411}" dt="2026-07-03T12:18:28.759" v="87" actId="21"/>
          <ac:picMkLst>
            <pc:docMk/>
            <pc:sldMk cId="1109579226" sldId="388"/>
            <ac:picMk id="9" creationId="{D97FD00F-7F9A-0DC2-4006-41A12726F1EE}"/>
          </ac:picMkLst>
        </pc:picChg>
        <pc:picChg chg="add del">
          <ac:chgData name="헌정 임" userId="eb9ca9bd79f0560f" providerId="LiveId" clId="{A6339E56-8272-42D6-9D95-12E1A8284411}" dt="2026-07-03T12:36:12.746" v="94" actId="22"/>
          <ac:picMkLst>
            <pc:docMk/>
            <pc:sldMk cId="1109579226" sldId="388"/>
            <ac:picMk id="11" creationId="{BEF2989B-9194-05A1-C035-164717E10200}"/>
          </ac:picMkLst>
        </pc:picChg>
      </pc:sldChg>
      <pc:sldChg chg="addSp delSp modSp new mod">
        <pc:chgData name="헌정 임" userId="eb9ca9bd79f0560f" providerId="LiveId" clId="{A6339E56-8272-42D6-9D95-12E1A8284411}" dt="2026-07-03T12:17:12.336" v="79" actId="21"/>
        <pc:sldMkLst>
          <pc:docMk/>
          <pc:sldMk cId="1045847686" sldId="389"/>
        </pc:sldMkLst>
        <pc:spChg chg="add mod">
          <ac:chgData name="헌정 임" userId="eb9ca9bd79f0560f" providerId="LiveId" clId="{A6339E56-8272-42D6-9D95-12E1A8284411}" dt="2026-07-03T12:17:03.275" v="77"/>
          <ac:spMkLst>
            <pc:docMk/>
            <pc:sldMk cId="1045847686" sldId="389"/>
            <ac:spMk id="5" creationId="{E46444B8-D07B-A88B-5B5A-B15E524E74BC}"/>
          </ac:spMkLst>
        </pc:spChg>
        <pc:picChg chg="add">
          <ac:chgData name="헌정 임" userId="eb9ca9bd79f0560f" providerId="LiveId" clId="{A6339E56-8272-42D6-9D95-12E1A8284411}" dt="2026-07-03T12:16:59.596" v="76" actId="22"/>
          <ac:picMkLst>
            <pc:docMk/>
            <pc:sldMk cId="1045847686" sldId="389"/>
            <ac:picMk id="4" creationId="{55B45E04-88A2-64A4-C741-E57B6BC3226B}"/>
          </ac:picMkLst>
        </pc:picChg>
        <pc:picChg chg="add del">
          <ac:chgData name="헌정 임" userId="eb9ca9bd79f0560f" providerId="LiveId" clId="{A6339E56-8272-42D6-9D95-12E1A8284411}" dt="2026-07-03T12:17:12.336" v="79" actId="21"/>
          <ac:picMkLst>
            <pc:docMk/>
            <pc:sldMk cId="1045847686" sldId="389"/>
            <ac:picMk id="7" creationId="{BADC532B-33D3-D4C5-8D4E-1052EEA3C666}"/>
          </ac:picMkLst>
        </pc:picChg>
      </pc:sldChg>
      <pc:sldChg chg="addSp delSp modSp new mod">
        <pc:chgData name="헌정 임" userId="eb9ca9bd79f0560f" providerId="LiveId" clId="{A6339E56-8272-42D6-9D95-12E1A8284411}" dt="2026-07-03T12:37:39.486" v="109" actId="571"/>
        <pc:sldMkLst>
          <pc:docMk/>
          <pc:sldMk cId="2676242124" sldId="390"/>
        </pc:sldMkLst>
        <pc:spChg chg="del">
          <ac:chgData name="헌정 임" userId="eb9ca9bd79f0560f" providerId="LiveId" clId="{A6339E56-8272-42D6-9D95-12E1A8284411}" dt="2026-07-03T12:31:39.175" v="89" actId="478"/>
          <ac:spMkLst>
            <pc:docMk/>
            <pc:sldMk cId="2676242124" sldId="390"/>
            <ac:spMk id="2" creationId="{4726A28A-587D-1072-ECE7-D1561D324FD2}"/>
          </ac:spMkLst>
        </pc:spChg>
        <pc:spChg chg="del">
          <ac:chgData name="헌정 임" userId="eb9ca9bd79f0560f" providerId="LiveId" clId="{A6339E56-8272-42D6-9D95-12E1A8284411}" dt="2026-07-03T12:31:39.175" v="89" actId="478"/>
          <ac:spMkLst>
            <pc:docMk/>
            <pc:sldMk cId="2676242124" sldId="390"/>
            <ac:spMk id="3" creationId="{2B24658C-4118-C4B8-3884-17B949343351}"/>
          </ac:spMkLst>
        </pc:spChg>
        <pc:spChg chg="add mod">
          <ac:chgData name="헌정 임" userId="eb9ca9bd79f0560f" providerId="LiveId" clId="{A6339E56-8272-42D6-9D95-12E1A8284411}" dt="2026-07-03T12:37:35.687" v="108" actId="14100"/>
          <ac:spMkLst>
            <pc:docMk/>
            <pc:sldMk cId="2676242124" sldId="390"/>
            <ac:spMk id="6" creationId="{9B7B9073-8606-D0C1-8750-0AE40BAD927A}"/>
          </ac:spMkLst>
        </pc:spChg>
        <pc:spChg chg="add mod">
          <ac:chgData name="헌정 임" userId="eb9ca9bd79f0560f" providerId="LiveId" clId="{A6339E56-8272-42D6-9D95-12E1A8284411}" dt="2026-07-03T12:37:39.486" v="109" actId="571"/>
          <ac:spMkLst>
            <pc:docMk/>
            <pc:sldMk cId="2676242124" sldId="390"/>
            <ac:spMk id="7" creationId="{9201944A-EB55-153D-FDE1-69F50483C688}"/>
          </ac:spMkLst>
        </pc:spChg>
        <pc:picChg chg="add mod ord">
          <ac:chgData name="헌정 임" userId="eb9ca9bd79f0560f" providerId="LiveId" clId="{A6339E56-8272-42D6-9D95-12E1A8284411}" dt="2026-07-03T12:37:28.655" v="106" actId="167"/>
          <ac:picMkLst>
            <pc:docMk/>
            <pc:sldMk cId="2676242124" sldId="390"/>
            <ac:picMk id="5" creationId="{C75BFF21-2AA7-77DF-62B2-D05B186ED8D0}"/>
          </ac:picMkLst>
        </pc:picChg>
      </pc:sldChg>
      <pc:sldChg chg="addSp new mod">
        <pc:chgData name="헌정 임" userId="eb9ca9bd79f0560f" providerId="LiveId" clId="{A6339E56-8272-42D6-9D95-12E1A8284411}" dt="2026-07-03T12:35:57.979" v="92" actId="22"/>
        <pc:sldMkLst>
          <pc:docMk/>
          <pc:sldMk cId="1772083265" sldId="391"/>
        </pc:sldMkLst>
        <pc:picChg chg="add">
          <ac:chgData name="헌정 임" userId="eb9ca9bd79f0560f" providerId="LiveId" clId="{A6339E56-8272-42D6-9D95-12E1A8284411}" dt="2026-07-03T12:35:57.979" v="92" actId="22"/>
          <ac:picMkLst>
            <pc:docMk/>
            <pc:sldMk cId="1772083265" sldId="391"/>
            <ac:picMk id="5" creationId="{6589C82B-76C7-FFFE-F8A8-EBE625E776D5}"/>
          </ac:picMkLst>
        </pc:picChg>
      </pc:sldChg>
      <pc:sldChg chg="new">
        <pc:chgData name="헌정 임" userId="eb9ca9bd79f0560f" providerId="LiveId" clId="{A6339E56-8272-42D6-9D95-12E1A8284411}" dt="2026-07-03T12:36:21.600" v="98" actId="680"/>
        <pc:sldMkLst>
          <pc:docMk/>
          <pc:sldMk cId="4061806259" sldId="392"/>
        </pc:sldMkLst>
      </pc:sldChg>
      <pc:sldChg chg="new">
        <pc:chgData name="헌정 임" userId="eb9ca9bd79f0560f" providerId="LiveId" clId="{A6339E56-8272-42D6-9D95-12E1A8284411}" dt="2026-07-03T12:36:21.768" v="99" actId="680"/>
        <pc:sldMkLst>
          <pc:docMk/>
          <pc:sldMk cId="1862866235" sldId="393"/>
        </pc:sldMkLst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A6E44C1-0B82-D42F-F0D6-57ED92C6DD4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9B0C3C12-54D4-B18E-F1B2-04811936426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F6ECD27-F7A7-BF8C-8A43-3AA5CC45E6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CF012E-6ED8-483F-8F14-1B8137F5EF02}" type="datetimeFigureOut">
              <a:rPr lang="ko-KR" altLang="en-US" smtClean="0"/>
              <a:t>2026-07-03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85554C1-6857-CDE4-A14D-14B7598FBA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A45A6B9-9885-8385-8716-69C8328B8E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82E7E8-7CA0-4CB1-BECB-C6523A33B54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4245942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06EE33E-7BE3-57F2-0143-3FB971EDFC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7D50126-AD4C-9EE5-9A12-428C896B713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F03DA6D-7C5B-E2F9-D011-DD7061A0CA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CF012E-6ED8-483F-8F14-1B8137F5EF02}" type="datetimeFigureOut">
              <a:rPr lang="ko-KR" altLang="en-US" smtClean="0"/>
              <a:t>2026-07-03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D3F029B-526B-792D-0595-17BD4039ED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1CD55AC-203A-D249-E884-1374A7FBFB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82E7E8-7CA0-4CB1-BECB-C6523A33B54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4233367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7F258DB-46E7-BF4C-F563-5072932179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4A0AB68-9973-FA92-004E-A1A8614B3DF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8033EAB-68D7-965A-79F2-D4EC7E9C68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CF012E-6ED8-483F-8F14-1B8137F5EF02}" type="datetimeFigureOut">
              <a:rPr lang="ko-KR" altLang="en-US" smtClean="0"/>
              <a:t>2026-07-03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23A04E0-A03E-22B6-4DC3-E14BC1D271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971A9DB-2419-E30E-B117-566964D856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82E7E8-7CA0-4CB1-BECB-C6523A33B54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0919102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CDD6C7E-F415-262C-C8BE-22738001D0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9A008D5-7753-4F1C-C3F1-00041436DE7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B23DA0DB-30E7-8AF7-EB48-E3E422281C7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DD3EA0C-2CC1-17E5-4CB0-64E7AD23CB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CF012E-6ED8-483F-8F14-1B8137F5EF02}" type="datetimeFigureOut">
              <a:rPr lang="ko-KR" altLang="en-US" smtClean="0"/>
              <a:t>2026-07-03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B2698AF-60B2-758C-3EA4-97EAEC9523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B0F1805-529C-AD26-546C-2F3CB77F16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82E7E8-7CA0-4CB1-BECB-C6523A33B54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7362127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FB951EB-D06D-8B10-DD22-2DF8F37FF8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6A38825-0CCD-E69C-A35C-B6E40F18738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CEB3072B-6F86-0324-99A5-21D7D49E265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E099A6CD-9D83-691F-16E8-CD6E8771AAC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F71938D2-E979-E3AF-6719-1B827FD89E4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1C6BB221-6D0C-F219-A435-F146ADBFA6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CF012E-6ED8-483F-8F14-1B8137F5EF02}" type="datetimeFigureOut">
              <a:rPr lang="ko-KR" altLang="en-US" smtClean="0"/>
              <a:t>2026-07-03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641E1640-D96D-DA95-8C23-6096576523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1046E1EE-BBCD-496F-84E9-6A8553CA7E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82E7E8-7CA0-4CB1-BECB-C6523A33B54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872248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8FC0F6F-FCC8-60A0-FB5A-08061B334E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365125"/>
          </a:xfrm>
        </p:spPr>
        <p:txBody>
          <a:bodyPr lIns="0" tIns="0" rIns="0" bIns="0"/>
          <a:lstStyle>
            <a:lvl1pPr>
              <a:defRPr sz="2000"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68EA11D7-F849-3D00-592A-9182EAAC2D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CF012E-6ED8-483F-8F14-1B8137F5EF02}" type="datetimeFigureOut">
              <a:rPr lang="ko-KR" altLang="en-US" smtClean="0"/>
              <a:t>2026-07-03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65EC3449-7879-849A-9EA7-F03B41707E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19390A6E-2B03-2291-1D3E-33D211B0B5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82E7E8-7CA0-4CB1-BECB-C6523A33B54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5030476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E147D4C8-02B3-32E1-2C1F-3CDAF1822E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CF012E-6ED8-483F-8F14-1B8137F5EF02}" type="datetimeFigureOut">
              <a:rPr lang="ko-KR" altLang="en-US" smtClean="0"/>
              <a:t>2026-07-03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D614FB55-780A-B88E-715B-241FB76AED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32EFE1C-EDE8-CE03-2206-DCEE2B02D2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82E7E8-7CA0-4CB1-BECB-C6523A33B54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476458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64FB4C4-40D0-0CC9-6616-386E038DCC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8AC6C9A-A3A9-2FC9-6FF2-726DA2174A2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1943FB1F-D862-955B-18A9-16A96B3F011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F74BFD24-D0B4-3D88-33F4-AB80BB2192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CF012E-6ED8-483F-8F14-1B8137F5EF02}" type="datetimeFigureOut">
              <a:rPr lang="ko-KR" altLang="en-US" smtClean="0"/>
              <a:t>2026-07-03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346AD03C-DDA2-73AD-9F6B-AF77CE9BC8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DA76FD68-5C1E-C5CE-5C34-7B9B1C436C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82E7E8-7CA0-4CB1-BECB-C6523A33B54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7854803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6F6FF73-4345-A211-89CC-67FC9021AE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9B938887-1FA6-571B-5C6D-015A2076416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41335FFD-1CE0-3536-80B7-E8A211583D6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2165207D-A3DE-7682-B864-EA7906A747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CF012E-6ED8-483F-8F14-1B8137F5EF02}" type="datetimeFigureOut">
              <a:rPr lang="ko-KR" altLang="en-US" smtClean="0"/>
              <a:t>2026-07-03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5652BB25-26CD-37BC-C08C-58BD8E0DAA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B83CC2E-0C3A-3936-1411-7E60074F03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82E7E8-7CA0-4CB1-BECB-C6523A33B54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5708660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2A2564F-AAD2-2A57-3709-6622C4BD14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B411DFDC-AE10-5C7C-A9E5-AB8024831FE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705BA68-007D-A075-3919-031DE97159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CF012E-6ED8-483F-8F14-1B8137F5EF02}" type="datetimeFigureOut">
              <a:rPr lang="ko-KR" altLang="en-US" smtClean="0"/>
              <a:t>2026-07-03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32DBCE8-5841-96BA-DB9A-647F5C7286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7E8B99E-3027-5174-7C5D-B0DBB0454F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82E7E8-7CA0-4CB1-BECB-C6523A33B54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216697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1F46BB64-6B4A-0319-2A2B-CF28CC99CAD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23D16D16-6E34-2248-5979-C9FC1AD49E7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F5D26B5-130D-D939-A491-E63AECDE08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CF012E-6ED8-483F-8F14-1B8137F5EF02}" type="datetimeFigureOut">
              <a:rPr lang="ko-KR" altLang="en-US" smtClean="0"/>
              <a:t>2026-07-03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8AA38D5-EFC4-EFAD-5CFF-585525CC23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2B2F9B9-315A-D3B9-B951-631324F588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82E7E8-7CA0-4CB1-BECB-C6523A33B54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673837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5999EDB5-7B92-F59C-77FB-B0B078ED29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8F54A18-7153-B60F-AA84-98C062481DF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2073490-E019-670A-94F0-7DE826941B3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3CF012E-6ED8-483F-8F14-1B8137F5EF02}" type="datetimeFigureOut">
              <a:rPr lang="ko-KR" altLang="en-US" smtClean="0"/>
              <a:t>2026-07-03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76A55E5-DE93-6B84-AEAE-0E3395203E8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BFB21F6-25B7-0AE6-2603-8C7E5B1AAA4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F82E7E8-7CA0-4CB1-BECB-C6523A33B54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3708155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emf"/><Relationship Id="rId2" Type="http://schemas.openxmlformats.org/officeDocument/2006/relationships/image" Target="../media/image12.emf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6.emf"/><Relationship Id="rId5" Type="http://schemas.openxmlformats.org/officeDocument/2006/relationships/image" Target="../media/image15.emf"/><Relationship Id="rId4" Type="http://schemas.openxmlformats.org/officeDocument/2006/relationships/image" Target="../media/image14.emf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.emf"/><Relationship Id="rId3" Type="http://schemas.openxmlformats.org/officeDocument/2006/relationships/image" Target="../media/image18.emf"/><Relationship Id="rId7" Type="http://schemas.openxmlformats.org/officeDocument/2006/relationships/image" Target="../media/image22.emf"/><Relationship Id="rId2" Type="http://schemas.openxmlformats.org/officeDocument/2006/relationships/image" Target="../media/image17.emf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21.emf"/><Relationship Id="rId5" Type="http://schemas.openxmlformats.org/officeDocument/2006/relationships/image" Target="../media/image20.emf"/><Relationship Id="rId4" Type="http://schemas.openxmlformats.org/officeDocument/2006/relationships/image" Target="../media/image19.emf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C75BFF21-2AA7-77DF-62B2-D05B186ED8D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6776" y="298428"/>
            <a:ext cx="9858447" cy="5981744"/>
          </a:xfrm>
          <a:prstGeom prst="rect">
            <a:avLst/>
          </a:prstGeom>
          <a:ln>
            <a:solidFill>
              <a:srgbClr val="FFFF00"/>
            </a:solidFill>
          </a:ln>
        </p:spPr>
      </p:pic>
      <p:sp>
        <p:nvSpPr>
          <p:cNvPr id="6" name="직사각형 5">
            <a:extLst>
              <a:ext uri="{FF2B5EF4-FFF2-40B4-BE49-F238E27FC236}">
                <a16:creationId xmlns:a16="http://schemas.microsoft.com/office/drawing/2014/main" id="{9B7B9073-8606-D0C1-8750-0AE40BAD927A}"/>
              </a:ext>
            </a:extLst>
          </p:cNvPr>
          <p:cNvSpPr/>
          <p:nvPr/>
        </p:nvSpPr>
        <p:spPr>
          <a:xfrm>
            <a:off x="3073400" y="4527550"/>
            <a:ext cx="2641600" cy="323850"/>
          </a:xfrm>
          <a:prstGeom prst="rect">
            <a:avLst/>
          </a:prstGeom>
          <a:noFill/>
          <a:ln>
            <a:solidFill>
              <a:srgbClr val="FFFF00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9201944A-EB55-153D-FDE1-69F50483C688}"/>
              </a:ext>
            </a:extLst>
          </p:cNvPr>
          <p:cNvSpPr/>
          <p:nvPr/>
        </p:nvSpPr>
        <p:spPr>
          <a:xfrm>
            <a:off x="4394200" y="5403861"/>
            <a:ext cx="2641600" cy="323850"/>
          </a:xfrm>
          <a:prstGeom prst="rect">
            <a:avLst/>
          </a:prstGeom>
          <a:noFill/>
          <a:ln>
            <a:solidFill>
              <a:srgbClr val="FFFF00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67624212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B72C4B6-F596-F78E-3A8C-23BCA79F7F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1B4D87-F7B2-AB98-E8DD-ED398119112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6589C82B-76C7-FFFE-F8A8-EBE625E776D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00392" y="2967034"/>
            <a:ext cx="5591216" cy="9239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7208326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>
            <a:extLst>
              <a:ext uri="{FF2B5EF4-FFF2-40B4-BE49-F238E27FC236}">
                <a16:creationId xmlns:a16="http://schemas.microsoft.com/office/drawing/2014/main" id="{B96D3F62-B0FA-7690-86A0-3A3B118E403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3768"/>
            <a:ext cx="12192000" cy="6730464"/>
          </a:xfrm>
          <a:prstGeom prst="rect">
            <a:avLst/>
          </a:prstGeom>
        </p:spPr>
      </p:pic>
      <p:sp>
        <p:nvSpPr>
          <p:cNvPr id="5" name="직사각형 4">
            <a:extLst>
              <a:ext uri="{FF2B5EF4-FFF2-40B4-BE49-F238E27FC236}">
                <a16:creationId xmlns:a16="http://schemas.microsoft.com/office/drawing/2014/main" id="{0A7763B7-3EA1-4C17-21FE-B72B0B979911}"/>
              </a:ext>
            </a:extLst>
          </p:cNvPr>
          <p:cNvSpPr/>
          <p:nvPr/>
        </p:nvSpPr>
        <p:spPr>
          <a:xfrm>
            <a:off x="10682902" y="109140"/>
            <a:ext cx="1159847" cy="2972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ontserrat" pitchFamily="2" charset="0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26216223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79CA1F7-A8D8-7D2B-F2D0-0135DDB60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55B45E04-88A2-64A4-C741-E57B6BC3226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6653"/>
            <a:ext cx="12192000" cy="6744694"/>
          </a:xfrm>
          <a:prstGeom prst="rect">
            <a:avLst/>
          </a:prstGeom>
        </p:spPr>
      </p:pic>
      <p:sp>
        <p:nvSpPr>
          <p:cNvPr id="5" name="직사각형 4">
            <a:extLst>
              <a:ext uri="{FF2B5EF4-FFF2-40B4-BE49-F238E27FC236}">
                <a16:creationId xmlns:a16="http://schemas.microsoft.com/office/drawing/2014/main" id="{E46444B8-D07B-A88B-5B5A-B15E524E74BC}"/>
              </a:ext>
            </a:extLst>
          </p:cNvPr>
          <p:cNvSpPr/>
          <p:nvPr/>
        </p:nvSpPr>
        <p:spPr>
          <a:xfrm>
            <a:off x="10682902" y="109140"/>
            <a:ext cx="1159847" cy="2972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ontserrat" pitchFamily="2" charset="0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4584768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5DFFF03-DF33-1257-F38B-21CE6EF8E6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FB3FE90C-AB0C-FA41-F02C-017B65C7E1E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5491"/>
          <a:stretch>
            <a:fillRect/>
          </a:stretch>
        </p:blipFill>
        <p:spPr>
          <a:xfrm>
            <a:off x="1888670" y="28654"/>
            <a:ext cx="10303329" cy="68006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164145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A0C604D-4898-FB68-B7A1-BA45C421C0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D46C9835-FBA8-76FF-19E1-17A22C19FE4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53795" b="23331"/>
          <a:stretch>
            <a:fillRect/>
          </a:stretch>
        </p:blipFill>
        <p:spPr>
          <a:xfrm>
            <a:off x="207650" y="4657603"/>
            <a:ext cx="4333907" cy="1544782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FC127FFB-6F9B-41DE-A499-C39EB3281D1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48199"/>
          <a:stretch>
            <a:fillRect/>
          </a:stretch>
        </p:blipFill>
        <p:spPr>
          <a:xfrm>
            <a:off x="4541557" y="4087092"/>
            <a:ext cx="4248181" cy="3187434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5FE4F172-8AD1-5C42-0140-DA4A2BE3DD9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0133" y="6967971"/>
            <a:ext cx="4305331" cy="2209816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92735DA8-5C9C-348D-FD57-450DE0508F7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05719" y="180933"/>
            <a:ext cx="4286281" cy="5581691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190B6743-2176-3074-22CE-7C8BCB59873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45959"/>
          <a:stretch>
            <a:fillRect/>
          </a:stretch>
        </p:blipFill>
        <p:spPr>
          <a:xfrm>
            <a:off x="207650" y="946318"/>
            <a:ext cx="4333907" cy="3649503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8A1E3112-45E3-0CB1-E1B4-6F0256BAF1E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76233"/>
          <a:stretch>
            <a:fillRect/>
          </a:stretch>
        </p:blipFill>
        <p:spPr>
          <a:xfrm>
            <a:off x="207650" y="6624832"/>
            <a:ext cx="4333907" cy="1605032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1C9043BD-C001-5B13-4D1A-9C757CE0088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51379"/>
          <a:stretch>
            <a:fillRect/>
          </a:stretch>
        </p:blipFill>
        <p:spPr>
          <a:xfrm>
            <a:off x="4541557" y="1095376"/>
            <a:ext cx="4248181" cy="29917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8384762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5A1BA7F-CD92-ACF2-5B13-F456190790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E8B297AB-20D8-0B14-8D8A-CAAF32A032D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8163"/>
            <a:ext cx="12192000" cy="6801674"/>
          </a:xfrm>
          <a:prstGeom prst="rect">
            <a:avLst/>
          </a:prstGeom>
        </p:spPr>
      </p:pic>
      <p:sp>
        <p:nvSpPr>
          <p:cNvPr id="5" name="직사각형 4">
            <a:extLst>
              <a:ext uri="{FF2B5EF4-FFF2-40B4-BE49-F238E27FC236}">
                <a16:creationId xmlns:a16="http://schemas.microsoft.com/office/drawing/2014/main" id="{87597391-AF5F-C774-31F8-B1E520AE5465}"/>
              </a:ext>
            </a:extLst>
          </p:cNvPr>
          <p:cNvSpPr/>
          <p:nvPr/>
        </p:nvSpPr>
        <p:spPr>
          <a:xfrm>
            <a:off x="10655687" y="147241"/>
            <a:ext cx="1159847" cy="2972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ontserrat" pitchFamily="2" charset="0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3352990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806619F-2430-DB69-E007-F8C44168B1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48EF2E57-901F-B412-D2ED-829178775CF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5194"/>
            <a:ext cx="12192000" cy="6747612"/>
          </a:xfrm>
          <a:prstGeom prst="rect">
            <a:avLst/>
          </a:prstGeom>
        </p:spPr>
      </p:pic>
      <p:sp>
        <p:nvSpPr>
          <p:cNvPr id="7" name="직사각형 6">
            <a:extLst>
              <a:ext uri="{FF2B5EF4-FFF2-40B4-BE49-F238E27FC236}">
                <a16:creationId xmlns:a16="http://schemas.microsoft.com/office/drawing/2014/main" id="{14B85EC4-8F40-3159-DBE0-117F5C1C36A2}"/>
              </a:ext>
            </a:extLst>
          </p:cNvPr>
          <p:cNvSpPr/>
          <p:nvPr/>
        </p:nvSpPr>
        <p:spPr>
          <a:xfrm>
            <a:off x="10655687" y="147241"/>
            <a:ext cx="1159847" cy="2972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ontserrat" pitchFamily="2" charset="0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10957922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0F68881-C95D-985B-7896-422ED4C2EE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6180625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9705BC9-4FD3-8553-71FF-489C2E19D4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6286623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제목 40">
            <a:extLst>
              <a:ext uri="{FF2B5EF4-FFF2-40B4-BE49-F238E27FC236}">
                <a16:creationId xmlns:a16="http://schemas.microsoft.com/office/drawing/2014/main" id="{7E4A0C88-4ADF-2786-7AA4-E227A7D692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스크린 캡쳐 이미지 테두리</a:t>
            </a:r>
          </a:p>
        </p:txBody>
      </p:sp>
      <p:pic>
        <p:nvPicPr>
          <p:cNvPr id="43" name="그림 42">
            <a:extLst>
              <a:ext uri="{FF2B5EF4-FFF2-40B4-BE49-F238E27FC236}">
                <a16:creationId xmlns:a16="http://schemas.microsoft.com/office/drawing/2014/main" id="{781E7E21-2AF2-1631-1558-80E0B0A6707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4244665"/>
            <a:ext cx="5012267" cy="1512711"/>
          </a:xfrm>
          <a:prstGeom prst="rect">
            <a:avLst/>
          </a:prstGeom>
        </p:spPr>
      </p:pic>
      <p:pic>
        <p:nvPicPr>
          <p:cNvPr id="45" name="그림 44">
            <a:extLst>
              <a:ext uri="{FF2B5EF4-FFF2-40B4-BE49-F238E27FC236}">
                <a16:creationId xmlns:a16="http://schemas.microsoft.com/office/drawing/2014/main" id="{803502DA-360C-6AF0-D305-BC362FA266E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1052999"/>
            <a:ext cx="5350933" cy="3002844"/>
          </a:xfrm>
          <a:prstGeom prst="rect">
            <a:avLst/>
          </a:prstGeom>
        </p:spPr>
      </p:pic>
      <p:pic>
        <p:nvPicPr>
          <p:cNvPr id="47" name="그림 46">
            <a:extLst>
              <a:ext uri="{FF2B5EF4-FFF2-40B4-BE49-F238E27FC236}">
                <a16:creationId xmlns:a16="http://schemas.microsoft.com/office/drawing/2014/main" id="{4FADF331-0F74-C288-5D8C-2266C708DF7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20090" y="1052999"/>
            <a:ext cx="2788356" cy="1727200"/>
          </a:xfrm>
          <a:prstGeom prst="rect">
            <a:avLst/>
          </a:prstGeom>
        </p:spPr>
      </p:pic>
      <p:pic>
        <p:nvPicPr>
          <p:cNvPr id="49" name="그림 48">
            <a:extLst>
              <a:ext uri="{FF2B5EF4-FFF2-40B4-BE49-F238E27FC236}">
                <a16:creationId xmlns:a16="http://schemas.microsoft.com/office/drawing/2014/main" id="{600CD633-EBF1-8401-88E8-DD3ECCBC5C9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20090" y="2918488"/>
            <a:ext cx="3002844" cy="1715911"/>
          </a:xfrm>
          <a:prstGeom prst="rect">
            <a:avLst/>
          </a:prstGeom>
        </p:spPr>
      </p:pic>
      <p:pic>
        <p:nvPicPr>
          <p:cNvPr id="51" name="그림 50">
            <a:extLst>
              <a:ext uri="{FF2B5EF4-FFF2-40B4-BE49-F238E27FC236}">
                <a16:creationId xmlns:a16="http://schemas.microsoft.com/office/drawing/2014/main" id="{CCD085F8-6DE3-8431-EEAC-9F245AA58BB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39403" y="1052999"/>
            <a:ext cx="1930400" cy="12982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933998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6B10D6-6F1D-2D98-9AE5-B68BC459B0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AutoShape 3">
            <a:extLst>
              <a:ext uri="{FF2B5EF4-FFF2-40B4-BE49-F238E27FC236}">
                <a16:creationId xmlns:a16="http://schemas.microsoft.com/office/drawing/2014/main" id="{FF8C7E13-3654-D68A-3D52-476FFD3ECD46}"/>
              </a:ext>
            </a:extLst>
          </p:cNvPr>
          <p:cNvSpPr>
            <a:spLocks noChangeAspect="1" noChangeArrowheads="1" noTextEdit="1"/>
          </p:cNvSpPr>
          <p:nvPr/>
        </p:nvSpPr>
        <p:spPr bwMode="auto">
          <a:xfrm>
            <a:off x="838200" y="3272836"/>
            <a:ext cx="3714750" cy="180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8" name="Oval 5">
            <a:extLst>
              <a:ext uri="{FF2B5EF4-FFF2-40B4-BE49-F238E27FC236}">
                <a16:creationId xmlns:a16="http://schemas.microsoft.com/office/drawing/2014/main" id="{E1EAFF9C-F9BC-6F1F-B5E9-C6EE484C100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967038" y="3272836"/>
            <a:ext cx="173038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9" name="Freeform 6">
            <a:extLst>
              <a:ext uri="{FF2B5EF4-FFF2-40B4-BE49-F238E27FC236}">
                <a16:creationId xmlns:a16="http://schemas.microsoft.com/office/drawing/2014/main" id="{B60D7CA1-24A9-8570-B08D-E056583A2117}"/>
              </a:ext>
            </a:extLst>
          </p:cNvPr>
          <p:cNvSpPr>
            <a:spLocks noEditPoints="1"/>
          </p:cNvSpPr>
          <p:nvPr/>
        </p:nvSpPr>
        <p:spPr bwMode="auto">
          <a:xfrm>
            <a:off x="2978150" y="3280774"/>
            <a:ext cx="155575" cy="165100"/>
          </a:xfrm>
          <a:custGeom>
            <a:avLst/>
            <a:gdLst>
              <a:gd name="T0" fmla="*/ 41 w 41"/>
              <a:gd name="T1" fmla="*/ 21 h 41"/>
              <a:gd name="T2" fmla="*/ 20 w 41"/>
              <a:gd name="T3" fmla="*/ 41 h 41"/>
              <a:gd name="T4" fmla="*/ 0 w 41"/>
              <a:gd name="T5" fmla="*/ 21 h 41"/>
              <a:gd name="T6" fmla="*/ 20 w 41"/>
              <a:gd name="T7" fmla="*/ 0 h 41"/>
              <a:gd name="T8" fmla="*/ 41 w 41"/>
              <a:gd name="T9" fmla="*/ 21 h 41"/>
              <a:gd name="T10" fmla="*/ 29 w 41"/>
              <a:gd name="T11" fmla="*/ 18 h 41"/>
              <a:gd name="T12" fmla="*/ 21 w 41"/>
              <a:gd name="T13" fmla="*/ 8 h 41"/>
              <a:gd name="T14" fmla="*/ 13 w 41"/>
              <a:gd name="T15" fmla="*/ 17 h 41"/>
              <a:gd name="T16" fmla="*/ 19 w 41"/>
              <a:gd name="T17" fmla="*/ 24 h 41"/>
              <a:gd name="T18" fmla="*/ 24 w 41"/>
              <a:gd name="T19" fmla="*/ 22 h 41"/>
              <a:gd name="T20" fmla="*/ 24 w 41"/>
              <a:gd name="T21" fmla="*/ 22 h 41"/>
              <a:gd name="T22" fmla="*/ 22 w 41"/>
              <a:gd name="T23" fmla="*/ 28 h 41"/>
              <a:gd name="T24" fmla="*/ 17 w 41"/>
              <a:gd name="T25" fmla="*/ 29 h 41"/>
              <a:gd name="T26" fmla="*/ 15 w 41"/>
              <a:gd name="T27" fmla="*/ 29 h 41"/>
              <a:gd name="T28" fmla="*/ 15 w 41"/>
              <a:gd name="T29" fmla="*/ 33 h 41"/>
              <a:gd name="T30" fmla="*/ 17 w 41"/>
              <a:gd name="T31" fmla="*/ 33 h 41"/>
              <a:gd name="T32" fmla="*/ 25 w 41"/>
              <a:gd name="T33" fmla="*/ 30 h 41"/>
              <a:gd name="T34" fmla="*/ 29 w 41"/>
              <a:gd name="T35" fmla="*/ 18 h 41"/>
              <a:gd name="T36" fmla="*/ 24 w 41"/>
              <a:gd name="T37" fmla="*/ 18 h 41"/>
              <a:gd name="T38" fmla="*/ 24 w 41"/>
              <a:gd name="T39" fmla="*/ 19 h 41"/>
              <a:gd name="T40" fmla="*/ 21 w 41"/>
              <a:gd name="T41" fmla="*/ 21 h 41"/>
              <a:gd name="T42" fmla="*/ 17 w 41"/>
              <a:gd name="T43" fmla="*/ 17 h 41"/>
              <a:gd name="T44" fmla="*/ 21 w 41"/>
              <a:gd name="T45" fmla="*/ 12 h 41"/>
              <a:gd name="T46" fmla="*/ 21 w 41"/>
              <a:gd name="T47" fmla="*/ 12 h 41"/>
              <a:gd name="T48" fmla="*/ 24 w 41"/>
              <a:gd name="T49" fmla="*/ 18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1" y="41"/>
                  <a:pt x="20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0" y="0"/>
                </a:cubicBezTo>
                <a:cubicBezTo>
                  <a:pt x="31" y="0"/>
                  <a:pt x="41" y="9"/>
                  <a:pt x="41" y="21"/>
                </a:cubicBezTo>
                <a:close/>
                <a:moveTo>
                  <a:pt x="29" y="18"/>
                </a:moveTo>
                <a:cubicBezTo>
                  <a:pt x="29" y="13"/>
                  <a:pt x="26" y="8"/>
                  <a:pt x="21" y="8"/>
                </a:cubicBezTo>
                <a:cubicBezTo>
                  <a:pt x="16" y="8"/>
                  <a:pt x="13" y="12"/>
                  <a:pt x="13" y="17"/>
                </a:cubicBezTo>
                <a:cubicBezTo>
                  <a:pt x="13" y="21"/>
                  <a:pt x="16" y="24"/>
                  <a:pt x="19" y="24"/>
                </a:cubicBezTo>
                <a:cubicBezTo>
                  <a:pt x="22" y="24"/>
                  <a:pt x="23" y="24"/>
                  <a:pt x="24" y="22"/>
                </a:cubicBezTo>
                <a:cubicBezTo>
                  <a:pt x="24" y="22"/>
                  <a:pt x="24" y="22"/>
                  <a:pt x="24" y="22"/>
                </a:cubicBezTo>
                <a:cubicBezTo>
                  <a:pt x="24" y="24"/>
                  <a:pt x="23" y="26"/>
                  <a:pt x="22" y="28"/>
                </a:cubicBezTo>
                <a:cubicBezTo>
                  <a:pt x="20" y="29"/>
                  <a:pt x="19" y="29"/>
                  <a:pt x="17" y="29"/>
                </a:cubicBezTo>
                <a:cubicBezTo>
                  <a:pt x="16" y="29"/>
                  <a:pt x="15" y="30"/>
                  <a:pt x="15" y="29"/>
                </a:cubicBezTo>
                <a:cubicBezTo>
                  <a:pt x="15" y="33"/>
                  <a:pt x="15" y="33"/>
                  <a:pt x="15" y="33"/>
                </a:cubicBezTo>
                <a:cubicBezTo>
                  <a:pt x="15" y="33"/>
                  <a:pt x="16" y="33"/>
                  <a:pt x="17" y="33"/>
                </a:cubicBezTo>
                <a:cubicBezTo>
                  <a:pt x="20" y="33"/>
                  <a:pt x="23" y="32"/>
                  <a:pt x="25" y="30"/>
                </a:cubicBezTo>
                <a:cubicBezTo>
                  <a:pt x="27" y="27"/>
                  <a:pt x="29" y="24"/>
                  <a:pt x="29" y="18"/>
                </a:cubicBezTo>
                <a:close/>
                <a:moveTo>
                  <a:pt x="24" y="18"/>
                </a:moveTo>
                <a:cubicBezTo>
                  <a:pt x="24" y="18"/>
                  <a:pt x="24" y="19"/>
                  <a:pt x="24" y="19"/>
                </a:cubicBezTo>
                <a:cubicBezTo>
                  <a:pt x="24" y="20"/>
                  <a:pt x="22" y="21"/>
                  <a:pt x="21" y="21"/>
                </a:cubicBezTo>
                <a:cubicBezTo>
                  <a:pt x="18" y="21"/>
                  <a:pt x="17" y="19"/>
                  <a:pt x="17" y="17"/>
                </a:cubicBezTo>
                <a:cubicBezTo>
                  <a:pt x="17" y="14"/>
                  <a:pt x="18" y="12"/>
                  <a:pt x="21" y="12"/>
                </a:cubicBezTo>
                <a:cubicBezTo>
                  <a:pt x="21" y="12"/>
                  <a:pt x="21" y="12"/>
                  <a:pt x="21" y="12"/>
                </a:cubicBezTo>
                <a:cubicBezTo>
                  <a:pt x="23" y="12"/>
                  <a:pt x="24" y="14"/>
                  <a:pt x="24" y="18"/>
                </a:cubicBezTo>
                <a:close/>
              </a:path>
            </a:pathLst>
          </a:custGeom>
          <a:solidFill>
            <a:srgbClr val="0093A2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0" name="Oval 7">
            <a:extLst>
              <a:ext uri="{FF2B5EF4-FFF2-40B4-BE49-F238E27FC236}">
                <a16:creationId xmlns:a16="http://schemas.microsoft.com/office/drawing/2014/main" id="{E3C5EBCF-C24D-CE39-B6F8-333A53C49D65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83088" y="3272836"/>
            <a:ext cx="173038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1" name="Freeform 8">
            <a:extLst>
              <a:ext uri="{FF2B5EF4-FFF2-40B4-BE49-F238E27FC236}">
                <a16:creationId xmlns:a16="http://schemas.microsoft.com/office/drawing/2014/main" id="{5C1B3317-D3FC-1031-1782-8606A2E3324E}"/>
              </a:ext>
            </a:extLst>
          </p:cNvPr>
          <p:cNvSpPr>
            <a:spLocks noEditPoints="1"/>
          </p:cNvSpPr>
          <p:nvPr/>
        </p:nvSpPr>
        <p:spPr bwMode="auto">
          <a:xfrm>
            <a:off x="4394200" y="3280774"/>
            <a:ext cx="153988" cy="165100"/>
          </a:xfrm>
          <a:custGeom>
            <a:avLst/>
            <a:gdLst>
              <a:gd name="T0" fmla="*/ 41 w 41"/>
              <a:gd name="T1" fmla="*/ 21 h 41"/>
              <a:gd name="T2" fmla="*/ 20 w 41"/>
              <a:gd name="T3" fmla="*/ 41 h 41"/>
              <a:gd name="T4" fmla="*/ 0 w 41"/>
              <a:gd name="T5" fmla="*/ 21 h 41"/>
              <a:gd name="T6" fmla="*/ 20 w 41"/>
              <a:gd name="T7" fmla="*/ 0 h 41"/>
              <a:gd name="T8" fmla="*/ 41 w 41"/>
              <a:gd name="T9" fmla="*/ 21 h 41"/>
              <a:gd name="T10" fmla="*/ 16 w 41"/>
              <a:gd name="T11" fmla="*/ 9 h 41"/>
              <a:gd name="T12" fmla="*/ 12 w 41"/>
              <a:gd name="T13" fmla="*/ 9 h 41"/>
              <a:gd name="T14" fmla="*/ 7 w 41"/>
              <a:gd name="T15" fmla="*/ 12 h 41"/>
              <a:gd name="T16" fmla="*/ 8 w 41"/>
              <a:gd name="T17" fmla="*/ 15 h 41"/>
              <a:gd name="T18" fmla="*/ 12 w 41"/>
              <a:gd name="T19" fmla="*/ 13 h 41"/>
              <a:gd name="T20" fmla="*/ 12 w 41"/>
              <a:gd name="T21" fmla="*/ 13 h 41"/>
              <a:gd name="T22" fmla="*/ 12 w 41"/>
              <a:gd name="T23" fmla="*/ 32 h 41"/>
              <a:gd name="T24" fmla="*/ 16 w 41"/>
              <a:gd name="T25" fmla="*/ 32 h 41"/>
              <a:gd name="T26" fmla="*/ 16 w 41"/>
              <a:gd name="T27" fmla="*/ 9 h 41"/>
              <a:gd name="T28" fmla="*/ 35 w 41"/>
              <a:gd name="T29" fmla="*/ 26 h 41"/>
              <a:gd name="T30" fmla="*/ 35 w 41"/>
              <a:gd name="T31" fmla="*/ 23 h 41"/>
              <a:gd name="T32" fmla="*/ 32 w 41"/>
              <a:gd name="T33" fmla="*/ 23 h 41"/>
              <a:gd name="T34" fmla="*/ 32 w 41"/>
              <a:gd name="T35" fmla="*/ 9 h 41"/>
              <a:gd name="T36" fmla="*/ 27 w 41"/>
              <a:gd name="T37" fmla="*/ 9 h 41"/>
              <a:gd name="T38" fmla="*/ 19 w 41"/>
              <a:gd name="T39" fmla="*/ 24 h 41"/>
              <a:gd name="T40" fmla="*/ 19 w 41"/>
              <a:gd name="T41" fmla="*/ 26 h 41"/>
              <a:gd name="T42" fmla="*/ 28 w 41"/>
              <a:gd name="T43" fmla="*/ 26 h 41"/>
              <a:gd name="T44" fmla="*/ 28 w 41"/>
              <a:gd name="T45" fmla="*/ 32 h 41"/>
              <a:gd name="T46" fmla="*/ 32 w 41"/>
              <a:gd name="T47" fmla="*/ 32 h 41"/>
              <a:gd name="T48" fmla="*/ 32 w 41"/>
              <a:gd name="T49" fmla="*/ 26 h 41"/>
              <a:gd name="T50" fmla="*/ 35 w 41"/>
              <a:gd name="T51" fmla="*/ 26 h 41"/>
              <a:gd name="T52" fmla="*/ 28 w 41"/>
              <a:gd name="T53" fmla="*/ 13 h 41"/>
              <a:gd name="T54" fmla="*/ 28 w 41"/>
              <a:gd name="T55" fmla="*/ 13 h 41"/>
              <a:gd name="T56" fmla="*/ 28 w 41"/>
              <a:gd name="T57" fmla="*/ 17 h 41"/>
              <a:gd name="T58" fmla="*/ 28 w 41"/>
              <a:gd name="T59" fmla="*/ 23 h 41"/>
              <a:gd name="T60" fmla="*/ 23 w 41"/>
              <a:gd name="T61" fmla="*/ 23 h 41"/>
              <a:gd name="T62" fmla="*/ 23 w 41"/>
              <a:gd name="T63" fmla="*/ 23 h 41"/>
              <a:gd name="T64" fmla="*/ 27 w 41"/>
              <a:gd name="T65" fmla="*/ 17 h 41"/>
              <a:gd name="T66" fmla="*/ 28 w 41"/>
              <a:gd name="T67" fmla="*/ 13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1" y="41"/>
                  <a:pt x="20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0" y="0"/>
                </a:cubicBezTo>
                <a:cubicBezTo>
                  <a:pt x="31" y="0"/>
                  <a:pt x="41" y="9"/>
                  <a:pt x="41" y="21"/>
                </a:cubicBezTo>
                <a:close/>
                <a:moveTo>
                  <a:pt x="16" y="9"/>
                </a:moveTo>
                <a:cubicBezTo>
                  <a:pt x="12" y="9"/>
                  <a:pt x="12" y="9"/>
                  <a:pt x="12" y="9"/>
                </a:cubicBezTo>
                <a:cubicBezTo>
                  <a:pt x="7" y="12"/>
                  <a:pt x="7" y="12"/>
                  <a:pt x="7" y="12"/>
                </a:cubicBezTo>
                <a:cubicBezTo>
                  <a:pt x="8" y="15"/>
                  <a:pt x="8" y="15"/>
                  <a:pt x="8" y="15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32"/>
                  <a:pt x="12" y="32"/>
                  <a:pt x="12" y="32"/>
                </a:cubicBezTo>
                <a:cubicBezTo>
                  <a:pt x="16" y="32"/>
                  <a:pt x="16" y="32"/>
                  <a:pt x="16" y="32"/>
                </a:cubicBezTo>
                <a:lnTo>
                  <a:pt x="16" y="9"/>
                </a:lnTo>
                <a:close/>
                <a:moveTo>
                  <a:pt x="35" y="26"/>
                </a:moveTo>
                <a:cubicBezTo>
                  <a:pt x="35" y="23"/>
                  <a:pt x="35" y="23"/>
                  <a:pt x="35" y="23"/>
                </a:cubicBezTo>
                <a:cubicBezTo>
                  <a:pt x="32" y="23"/>
                  <a:pt x="32" y="23"/>
                  <a:pt x="32" y="23"/>
                </a:cubicBezTo>
                <a:cubicBezTo>
                  <a:pt x="32" y="9"/>
                  <a:pt x="32" y="9"/>
                  <a:pt x="32" y="9"/>
                </a:cubicBezTo>
                <a:cubicBezTo>
                  <a:pt x="27" y="9"/>
                  <a:pt x="27" y="9"/>
                  <a:pt x="27" y="9"/>
                </a:cubicBezTo>
                <a:cubicBezTo>
                  <a:pt x="19" y="24"/>
                  <a:pt x="19" y="24"/>
                  <a:pt x="19" y="24"/>
                </a:cubicBezTo>
                <a:cubicBezTo>
                  <a:pt x="19" y="26"/>
                  <a:pt x="19" y="26"/>
                  <a:pt x="19" y="26"/>
                </a:cubicBezTo>
                <a:cubicBezTo>
                  <a:pt x="28" y="26"/>
                  <a:pt x="28" y="26"/>
                  <a:pt x="28" y="26"/>
                </a:cubicBezTo>
                <a:cubicBezTo>
                  <a:pt x="28" y="32"/>
                  <a:pt x="28" y="32"/>
                  <a:pt x="28" y="32"/>
                </a:cubicBezTo>
                <a:cubicBezTo>
                  <a:pt x="32" y="32"/>
                  <a:pt x="32" y="32"/>
                  <a:pt x="32" y="32"/>
                </a:cubicBezTo>
                <a:cubicBezTo>
                  <a:pt x="32" y="26"/>
                  <a:pt x="32" y="26"/>
                  <a:pt x="32" y="26"/>
                </a:cubicBezTo>
                <a:lnTo>
                  <a:pt x="35" y="26"/>
                </a:lnTo>
                <a:close/>
                <a:moveTo>
                  <a:pt x="28" y="13"/>
                </a:moveTo>
                <a:cubicBezTo>
                  <a:pt x="28" y="13"/>
                  <a:pt x="28" y="13"/>
                  <a:pt x="28" y="13"/>
                </a:cubicBezTo>
                <a:cubicBezTo>
                  <a:pt x="28" y="14"/>
                  <a:pt x="28" y="16"/>
                  <a:pt x="28" y="17"/>
                </a:cubicBezTo>
                <a:cubicBezTo>
                  <a:pt x="28" y="23"/>
                  <a:pt x="28" y="23"/>
                  <a:pt x="28" y="23"/>
                </a:cubicBezTo>
                <a:cubicBezTo>
                  <a:pt x="23" y="23"/>
                  <a:pt x="23" y="23"/>
                  <a:pt x="23" y="23"/>
                </a:cubicBezTo>
                <a:cubicBezTo>
                  <a:pt x="23" y="23"/>
                  <a:pt x="23" y="23"/>
                  <a:pt x="23" y="23"/>
                </a:cubicBezTo>
                <a:cubicBezTo>
                  <a:pt x="27" y="17"/>
                  <a:pt x="27" y="17"/>
                  <a:pt x="27" y="17"/>
                </a:cubicBezTo>
                <a:cubicBezTo>
                  <a:pt x="27" y="16"/>
                  <a:pt x="28" y="14"/>
                  <a:pt x="28" y="13"/>
                </a:cubicBezTo>
                <a:close/>
              </a:path>
            </a:pathLst>
          </a:custGeom>
          <a:solidFill>
            <a:srgbClr val="0093A2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2" name="Oval 9">
            <a:extLst>
              <a:ext uri="{FF2B5EF4-FFF2-40B4-BE49-F238E27FC236}">
                <a16:creationId xmlns:a16="http://schemas.microsoft.com/office/drawing/2014/main" id="{586B2422-608F-F1CE-275D-87DAE25D05A4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3272836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3" name="Freeform 10">
            <a:extLst>
              <a:ext uri="{FF2B5EF4-FFF2-40B4-BE49-F238E27FC236}">
                <a16:creationId xmlns:a16="http://schemas.microsoft.com/office/drawing/2014/main" id="{0D660005-4B62-D1B6-34E7-01BE6B9F51AF}"/>
              </a:ext>
            </a:extLst>
          </p:cNvPr>
          <p:cNvSpPr>
            <a:spLocks noEditPoints="1"/>
          </p:cNvSpPr>
          <p:nvPr/>
        </p:nvSpPr>
        <p:spPr bwMode="auto">
          <a:xfrm>
            <a:off x="846138" y="3280774"/>
            <a:ext cx="153988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4 w 41"/>
              <a:gd name="T11" fmla="*/ 9 h 41"/>
              <a:gd name="T12" fmla="*/ 21 w 41"/>
              <a:gd name="T13" fmla="*/ 9 h 41"/>
              <a:gd name="T14" fmla="*/ 15 w 41"/>
              <a:gd name="T15" fmla="*/ 12 h 41"/>
              <a:gd name="T16" fmla="*/ 16 w 41"/>
              <a:gd name="T17" fmla="*/ 15 h 41"/>
              <a:gd name="T18" fmla="*/ 20 w 41"/>
              <a:gd name="T19" fmla="*/ 13 h 41"/>
              <a:gd name="T20" fmla="*/ 20 w 41"/>
              <a:gd name="T21" fmla="*/ 13 h 41"/>
              <a:gd name="T22" fmla="*/ 20 w 41"/>
              <a:gd name="T23" fmla="*/ 33 h 41"/>
              <a:gd name="T24" fmla="*/ 24 w 41"/>
              <a:gd name="T25" fmla="*/ 33 h 41"/>
              <a:gd name="T26" fmla="*/ 24 w 41"/>
              <a:gd name="T27" fmla="*/ 9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4" y="9"/>
                </a:moveTo>
                <a:cubicBezTo>
                  <a:pt x="21" y="9"/>
                  <a:pt x="21" y="9"/>
                  <a:pt x="21" y="9"/>
                </a:cubicBezTo>
                <a:cubicBezTo>
                  <a:pt x="15" y="12"/>
                  <a:pt x="15" y="12"/>
                  <a:pt x="15" y="12"/>
                </a:cubicBezTo>
                <a:cubicBezTo>
                  <a:pt x="16" y="15"/>
                  <a:pt x="16" y="15"/>
                  <a:pt x="16" y="15"/>
                </a:cubicBezTo>
                <a:cubicBezTo>
                  <a:pt x="20" y="13"/>
                  <a:pt x="20" y="13"/>
                  <a:pt x="20" y="13"/>
                </a:cubicBezTo>
                <a:cubicBezTo>
                  <a:pt x="20" y="13"/>
                  <a:pt x="20" y="13"/>
                  <a:pt x="20" y="13"/>
                </a:cubicBezTo>
                <a:cubicBezTo>
                  <a:pt x="20" y="33"/>
                  <a:pt x="20" y="33"/>
                  <a:pt x="20" y="33"/>
                </a:cubicBezTo>
                <a:cubicBezTo>
                  <a:pt x="24" y="33"/>
                  <a:pt x="24" y="33"/>
                  <a:pt x="24" y="33"/>
                </a:cubicBezTo>
                <a:lnTo>
                  <a:pt x="24" y="9"/>
                </a:lnTo>
                <a:close/>
              </a:path>
            </a:pathLst>
          </a:custGeom>
          <a:solidFill>
            <a:srgbClr val="0093A2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4" name="Oval 11">
            <a:extLst>
              <a:ext uri="{FF2B5EF4-FFF2-40B4-BE49-F238E27FC236}">
                <a16:creationId xmlns:a16="http://schemas.microsoft.com/office/drawing/2014/main" id="{82AD988B-A8A0-FF23-EB5D-3ECB6E0CDA2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71563" y="3272836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5" name="Freeform 12">
            <a:extLst>
              <a:ext uri="{FF2B5EF4-FFF2-40B4-BE49-F238E27FC236}">
                <a16:creationId xmlns:a16="http://schemas.microsoft.com/office/drawing/2014/main" id="{1990F7CE-A733-D652-288F-A815746B77FD}"/>
              </a:ext>
            </a:extLst>
          </p:cNvPr>
          <p:cNvSpPr>
            <a:spLocks noEditPoints="1"/>
          </p:cNvSpPr>
          <p:nvPr/>
        </p:nvSpPr>
        <p:spPr bwMode="auto">
          <a:xfrm>
            <a:off x="1079500" y="3280774"/>
            <a:ext cx="155575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9 w 41"/>
              <a:gd name="T11" fmla="*/ 29 h 41"/>
              <a:gd name="T12" fmla="*/ 20 w 41"/>
              <a:gd name="T13" fmla="*/ 29 h 41"/>
              <a:gd name="T14" fmla="*/ 20 w 41"/>
              <a:gd name="T15" fmla="*/ 29 h 41"/>
              <a:gd name="T16" fmla="*/ 22 w 41"/>
              <a:gd name="T17" fmla="*/ 27 h 41"/>
              <a:gd name="T18" fmla="*/ 28 w 41"/>
              <a:gd name="T19" fmla="*/ 16 h 41"/>
              <a:gd name="T20" fmla="*/ 21 w 41"/>
              <a:gd name="T21" fmla="*/ 8 h 41"/>
              <a:gd name="T22" fmla="*/ 14 w 41"/>
              <a:gd name="T23" fmla="*/ 11 h 41"/>
              <a:gd name="T24" fmla="*/ 15 w 41"/>
              <a:gd name="T25" fmla="*/ 14 h 41"/>
              <a:gd name="T26" fmla="*/ 20 w 41"/>
              <a:gd name="T27" fmla="*/ 12 h 41"/>
              <a:gd name="T28" fmla="*/ 24 w 41"/>
              <a:gd name="T29" fmla="*/ 16 h 41"/>
              <a:gd name="T30" fmla="*/ 16 w 41"/>
              <a:gd name="T31" fmla="*/ 27 h 41"/>
              <a:gd name="T32" fmla="*/ 14 w 41"/>
              <a:gd name="T33" fmla="*/ 30 h 41"/>
              <a:gd name="T34" fmla="*/ 14 w 41"/>
              <a:gd name="T35" fmla="*/ 33 h 41"/>
              <a:gd name="T36" fmla="*/ 29 w 41"/>
              <a:gd name="T37" fmla="*/ 33 h 41"/>
              <a:gd name="T38" fmla="*/ 29 w 41"/>
              <a:gd name="T39" fmla="*/ 29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29"/>
                </a:moveTo>
                <a:cubicBezTo>
                  <a:pt x="20" y="29"/>
                  <a:pt x="20" y="29"/>
                  <a:pt x="20" y="29"/>
                </a:cubicBezTo>
                <a:cubicBezTo>
                  <a:pt x="20" y="29"/>
                  <a:pt x="20" y="29"/>
                  <a:pt x="20" y="29"/>
                </a:cubicBezTo>
                <a:cubicBezTo>
                  <a:pt x="22" y="27"/>
                  <a:pt x="22" y="27"/>
                  <a:pt x="22" y="27"/>
                </a:cubicBezTo>
                <a:cubicBezTo>
                  <a:pt x="25" y="23"/>
                  <a:pt x="28" y="20"/>
                  <a:pt x="28" y="16"/>
                </a:cubicBezTo>
                <a:cubicBezTo>
                  <a:pt x="28" y="12"/>
                  <a:pt x="26" y="8"/>
                  <a:pt x="21" y="8"/>
                </a:cubicBezTo>
                <a:cubicBezTo>
                  <a:pt x="18" y="8"/>
                  <a:pt x="16" y="9"/>
                  <a:pt x="14" y="11"/>
                </a:cubicBezTo>
                <a:cubicBezTo>
                  <a:pt x="15" y="14"/>
                  <a:pt x="15" y="14"/>
                  <a:pt x="15" y="14"/>
                </a:cubicBezTo>
                <a:cubicBezTo>
                  <a:pt x="16" y="13"/>
                  <a:pt x="18" y="12"/>
                  <a:pt x="20" y="12"/>
                </a:cubicBezTo>
                <a:cubicBezTo>
                  <a:pt x="23" y="12"/>
                  <a:pt x="24" y="14"/>
                  <a:pt x="24" y="16"/>
                </a:cubicBezTo>
                <a:cubicBezTo>
                  <a:pt x="24" y="19"/>
                  <a:pt x="21" y="22"/>
                  <a:pt x="16" y="27"/>
                </a:cubicBezTo>
                <a:cubicBezTo>
                  <a:pt x="14" y="30"/>
                  <a:pt x="14" y="30"/>
                  <a:pt x="14" y="30"/>
                </a:cubicBezTo>
                <a:cubicBezTo>
                  <a:pt x="14" y="33"/>
                  <a:pt x="14" y="33"/>
                  <a:pt x="14" y="33"/>
                </a:cubicBezTo>
                <a:cubicBezTo>
                  <a:pt x="29" y="33"/>
                  <a:pt x="29" y="33"/>
                  <a:pt x="29" y="33"/>
                </a:cubicBezTo>
                <a:lnTo>
                  <a:pt x="29" y="29"/>
                </a:lnTo>
                <a:close/>
              </a:path>
            </a:pathLst>
          </a:custGeom>
          <a:solidFill>
            <a:srgbClr val="0093A2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6" name="Oval 13">
            <a:extLst>
              <a:ext uri="{FF2B5EF4-FFF2-40B4-BE49-F238E27FC236}">
                <a16:creationId xmlns:a16="http://schemas.microsoft.com/office/drawing/2014/main" id="{31629BA7-25F4-1C1E-9D2C-D1BA921CDA90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44613" y="3272836"/>
            <a:ext cx="173038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7" name="Freeform 14">
            <a:extLst>
              <a:ext uri="{FF2B5EF4-FFF2-40B4-BE49-F238E27FC236}">
                <a16:creationId xmlns:a16="http://schemas.microsoft.com/office/drawing/2014/main" id="{E2AD75EF-81F6-3468-F2C8-D90A9112076C}"/>
              </a:ext>
            </a:extLst>
          </p:cNvPr>
          <p:cNvSpPr>
            <a:spLocks noEditPoints="1"/>
          </p:cNvSpPr>
          <p:nvPr/>
        </p:nvSpPr>
        <p:spPr bwMode="auto">
          <a:xfrm>
            <a:off x="1350963" y="3280774"/>
            <a:ext cx="155575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9 w 41"/>
              <a:gd name="T11" fmla="*/ 26 h 41"/>
              <a:gd name="T12" fmla="*/ 24 w 41"/>
              <a:gd name="T13" fmla="*/ 20 h 41"/>
              <a:gd name="T14" fmla="*/ 24 w 41"/>
              <a:gd name="T15" fmla="*/ 20 h 41"/>
              <a:gd name="T16" fmla="*/ 28 w 41"/>
              <a:gd name="T17" fmla="*/ 14 h 41"/>
              <a:gd name="T18" fmla="*/ 21 w 41"/>
              <a:gd name="T19" fmla="*/ 8 h 41"/>
              <a:gd name="T20" fmla="*/ 15 w 41"/>
              <a:gd name="T21" fmla="*/ 10 h 41"/>
              <a:gd name="T22" fmla="*/ 16 w 41"/>
              <a:gd name="T23" fmla="*/ 13 h 41"/>
              <a:gd name="T24" fmla="*/ 20 w 41"/>
              <a:gd name="T25" fmla="*/ 12 h 41"/>
              <a:gd name="T26" fmla="*/ 24 w 41"/>
              <a:gd name="T27" fmla="*/ 15 h 41"/>
              <a:gd name="T28" fmla="*/ 19 w 41"/>
              <a:gd name="T29" fmla="*/ 18 h 41"/>
              <a:gd name="T30" fmla="*/ 17 w 41"/>
              <a:gd name="T31" fmla="*/ 18 h 41"/>
              <a:gd name="T32" fmla="*/ 17 w 41"/>
              <a:gd name="T33" fmla="*/ 22 h 41"/>
              <a:gd name="T34" fmla="*/ 19 w 41"/>
              <a:gd name="T35" fmla="*/ 22 h 41"/>
              <a:gd name="T36" fmla="*/ 24 w 41"/>
              <a:gd name="T37" fmla="*/ 26 h 41"/>
              <a:gd name="T38" fmla="*/ 20 w 41"/>
              <a:gd name="T39" fmla="*/ 29 h 41"/>
              <a:gd name="T40" fmla="*/ 15 w 41"/>
              <a:gd name="T41" fmla="*/ 28 h 41"/>
              <a:gd name="T42" fmla="*/ 14 w 41"/>
              <a:gd name="T43" fmla="*/ 31 h 41"/>
              <a:gd name="T44" fmla="*/ 20 w 41"/>
              <a:gd name="T45" fmla="*/ 33 h 41"/>
              <a:gd name="T46" fmla="*/ 29 w 41"/>
              <a:gd name="T47" fmla="*/ 26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10" y="41"/>
                  <a:pt x="0" y="32"/>
                  <a:pt x="0" y="21"/>
                </a:cubicBezTo>
                <a:cubicBezTo>
                  <a:pt x="0" y="9"/>
                  <a:pt x="10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26"/>
                </a:moveTo>
                <a:cubicBezTo>
                  <a:pt x="29" y="23"/>
                  <a:pt x="26" y="20"/>
                  <a:pt x="24" y="20"/>
                </a:cubicBezTo>
                <a:cubicBezTo>
                  <a:pt x="24" y="20"/>
                  <a:pt x="24" y="20"/>
                  <a:pt x="24" y="20"/>
                </a:cubicBezTo>
                <a:cubicBezTo>
                  <a:pt x="26" y="19"/>
                  <a:pt x="28" y="17"/>
                  <a:pt x="28" y="14"/>
                </a:cubicBezTo>
                <a:cubicBezTo>
                  <a:pt x="28" y="11"/>
                  <a:pt x="25" y="8"/>
                  <a:pt x="21" y="8"/>
                </a:cubicBezTo>
                <a:cubicBezTo>
                  <a:pt x="18" y="8"/>
                  <a:pt x="16" y="9"/>
                  <a:pt x="15" y="10"/>
                </a:cubicBezTo>
                <a:cubicBezTo>
                  <a:pt x="16" y="13"/>
                  <a:pt x="16" y="13"/>
                  <a:pt x="16" y="13"/>
                </a:cubicBezTo>
                <a:cubicBezTo>
                  <a:pt x="16" y="13"/>
                  <a:pt x="18" y="12"/>
                  <a:pt x="20" y="12"/>
                </a:cubicBezTo>
                <a:cubicBezTo>
                  <a:pt x="22" y="12"/>
                  <a:pt x="24" y="13"/>
                  <a:pt x="24" y="15"/>
                </a:cubicBezTo>
                <a:cubicBezTo>
                  <a:pt x="24" y="17"/>
                  <a:pt x="21" y="18"/>
                  <a:pt x="19" y="18"/>
                </a:cubicBezTo>
                <a:cubicBezTo>
                  <a:pt x="17" y="18"/>
                  <a:pt x="17" y="18"/>
                  <a:pt x="17" y="18"/>
                </a:cubicBezTo>
                <a:cubicBezTo>
                  <a:pt x="17" y="22"/>
                  <a:pt x="17" y="22"/>
                  <a:pt x="17" y="22"/>
                </a:cubicBezTo>
                <a:cubicBezTo>
                  <a:pt x="19" y="22"/>
                  <a:pt x="19" y="22"/>
                  <a:pt x="19" y="22"/>
                </a:cubicBezTo>
                <a:cubicBezTo>
                  <a:pt x="22" y="22"/>
                  <a:pt x="24" y="23"/>
                  <a:pt x="24" y="26"/>
                </a:cubicBezTo>
                <a:cubicBezTo>
                  <a:pt x="24" y="28"/>
                  <a:pt x="23" y="29"/>
                  <a:pt x="20" y="29"/>
                </a:cubicBezTo>
                <a:cubicBezTo>
                  <a:pt x="18" y="29"/>
                  <a:pt x="16" y="29"/>
                  <a:pt x="15" y="28"/>
                </a:cubicBezTo>
                <a:cubicBezTo>
                  <a:pt x="14" y="31"/>
                  <a:pt x="14" y="31"/>
                  <a:pt x="14" y="31"/>
                </a:cubicBezTo>
                <a:cubicBezTo>
                  <a:pt x="15" y="32"/>
                  <a:pt x="17" y="33"/>
                  <a:pt x="20" y="33"/>
                </a:cubicBezTo>
                <a:cubicBezTo>
                  <a:pt x="25" y="33"/>
                  <a:pt x="29" y="30"/>
                  <a:pt x="29" y="26"/>
                </a:cubicBezTo>
                <a:close/>
              </a:path>
            </a:pathLst>
          </a:custGeom>
          <a:solidFill>
            <a:srgbClr val="0093A2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8" name="Oval 15">
            <a:extLst>
              <a:ext uri="{FF2B5EF4-FFF2-40B4-BE49-F238E27FC236}">
                <a16:creationId xmlns:a16="http://schemas.microsoft.com/office/drawing/2014/main" id="{CD12F736-E112-A5B7-1DE0-54411A0EF3F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627188" y="3272836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9" name="Freeform 16">
            <a:extLst>
              <a:ext uri="{FF2B5EF4-FFF2-40B4-BE49-F238E27FC236}">
                <a16:creationId xmlns:a16="http://schemas.microsoft.com/office/drawing/2014/main" id="{EE2B85E2-BEC6-397C-C1FA-B032ACE5E5D9}"/>
              </a:ext>
            </a:extLst>
          </p:cNvPr>
          <p:cNvSpPr>
            <a:spLocks noEditPoints="1"/>
          </p:cNvSpPr>
          <p:nvPr/>
        </p:nvSpPr>
        <p:spPr bwMode="auto">
          <a:xfrm>
            <a:off x="1635125" y="3280774"/>
            <a:ext cx="153988" cy="165100"/>
          </a:xfrm>
          <a:custGeom>
            <a:avLst/>
            <a:gdLst>
              <a:gd name="T0" fmla="*/ 41 w 41"/>
              <a:gd name="T1" fmla="*/ 21 h 41"/>
              <a:gd name="T2" fmla="*/ 20 w 41"/>
              <a:gd name="T3" fmla="*/ 41 h 41"/>
              <a:gd name="T4" fmla="*/ 0 w 41"/>
              <a:gd name="T5" fmla="*/ 21 h 41"/>
              <a:gd name="T6" fmla="*/ 20 w 41"/>
              <a:gd name="T7" fmla="*/ 0 h 41"/>
              <a:gd name="T8" fmla="*/ 41 w 41"/>
              <a:gd name="T9" fmla="*/ 21 h 41"/>
              <a:gd name="T10" fmla="*/ 29 w 41"/>
              <a:gd name="T11" fmla="*/ 23 h 41"/>
              <a:gd name="T12" fmla="*/ 26 w 41"/>
              <a:gd name="T13" fmla="*/ 23 h 41"/>
              <a:gd name="T14" fmla="*/ 26 w 41"/>
              <a:gd name="T15" fmla="*/ 9 h 41"/>
              <a:gd name="T16" fmla="*/ 22 w 41"/>
              <a:gd name="T17" fmla="*/ 9 h 41"/>
              <a:gd name="T18" fmla="*/ 13 w 41"/>
              <a:gd name="T19" fmla="*/ 24 h 41"/>
              <a:gd name="T20" fmla="*/ 13 w 41"/>
              <a:gd name="T21" fmla="*/ 27 h 41"/>
              <a:gd name="T22" fmla="*/ 23 w 41"/>
              <a:gd name="T23" fmla="*/ 27 h 41"/>
              <a:gd name="T24" fmla="*/ 23 w 41"/>
              <a:gd name="T25" fmla="*/ 33 h 41"/>
              <a:gd name="T26" fmla="*/ 26 w 41"/>
              <a:gd name="T27" fmla="*/ 33 h 41"/>
              <a:gd name="T28" fmla="*/ 26 w 41"/>
              <a:gd name="T29" fmla="*/ 27 h 41"/>
              <a:gd name="T30" fmla="*/ 29 w 41"/>
              <a:gd name="T31" fmla="*/ 27 h 41"/>
              <a:gd name="T32" fmla="*/ 29 w 41"/>
              <a:gd name="T33" fmla="*/ 23 h 41"/>
              <a:gd name="T34" fmla="*/ 23 w 41"/>
              <a:gd name="T35" fmla="*/ 12 h 41"/>
              <a:gd name="T36" fmla="*/ 23 w 41"/>
              <a:gd name="T37" fmla="*/ 12 h 41"/>
              <a:gd name="T38" fmla="*/ 23 w 41"/>
              <a:gd name="T39" fmla="*/ 17 h 41"/>
              <a:gd name="T40" fmla="*/ 23 w 41"/>
              <a:gd name="T41" fmla="*/ 23 h 41"/>
              <a:gd name="T42" fmla="*/ 17 w 41"/>
              <a:gd name="T43" fmla="*/ 23 h 41"/>
              <a:gd name="T44" fmla="*/ 17 w 41"/>
              <a:gd name="T45" fmla="*/ 23 h 41"/>
              <a:gd name="T46" fmla="*/ 21 w 41"/>
              <a:gd name="T47" fmla="*/ 16 h 41"/>
              <a:gd name="T48" fmla="*/ 23 w 41"/>
              <a:gd name="T49" fmla="*/ 12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0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0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23"/>
                </a:moveTo>
                <a:cubicBezTo>
                  <a:pt x="26" y="23"/>
                  <a:pt x="26" y="23"/>
                  <a:pt x="26" y="23"/>
                </a:cubicBezTo>
                <a:cubicBezTo>
                  <a:pt x="26" y="9"/>
                  <a:pt x="26" y="9"/>
                  <a:pt x="26" y="9"/>
                </a:cubicBezTo>
                <a:cubicBezTo>
                  <a:pt x="22" y="9"/>
                  <a:pt x="22" y="9"/>
                  <a:pt x="22" y="9"/>
                </a:cubicBezTo>
                <a:cubicBezTo>
                  <a:pt x="13" y="24"/>
                  <a:pt x="13" y="24"/>
                  <a:pt x="13" y="24"/>
                </a:cubicBezTo>
                <a:cubicBezTo>
                  <a:pt x="13" y="27"/>
                  <a:pt x="13" y="27"/>
                  <a:pt x="13" y="27"/>
                </a:cubicBezTo>
                <a:cubicBezTo>
                  <a:pt x="23" y="27"/>
                  <a:pt x="23" y="27"/>
                  <a:pt x="23" y="27"/>
                </a:cubicBezTo>
                <a:cubicBezTo>
                  <a:pt x="23" y="33"/>
                  <a:pt x="23" y="33"/>
                  <a:pt x="23" y="33"/>
                </a:cubicBezTo>
                <a:cubicBezTo>
                  <a:pt x="26" y="33"/>
                  <a:pt x="26" y="33"/>
                  <a:pt x="26" y="33"/>
                </a:cubicBezTo>
                <a:cubicBezTo>
                  <a:pt x="26" y="27"/>
                  <a:pt x="26" y="27"/>
                  <a:pt x="26" y="27"/>
                </a:cubicBezTo>
                <a:cubicBezTo>
                  <a:pt x="29" y="27"/>
                  <a:pt x="29" y="27"/>
                  <a:pt x="29" y="27"/>
                </a:cubicBezTo>
                <a:lnTo>
                  <a:pt x="29" y="23"/>
                </a:lnTo>
                <a:close/>
                <a:moveTo>
                  <a:pt x="23" y="12"/>
                </a:moveTo>
                <a:cubicBezTo>
                  <a:pt x="23" y="12"/>
                  <a:pt x="23" y="12"/>
                  <a:pt x="23" y="12"/>
                </a:cubicBezTo>
                <a:cubicBezTo>
                  <a:pt x="23" y="14"/>
                  <a:pt x="23" y="15"/>
                  <a:pt x="23" y="17"/>
                </a:cubicBezTo>
                <a:cubicBezTo>
                  <a:pt x="23" y="23"/>
                  <a:pt x="23" y="23"/>
                  <a:pt x="23" y="23"/>
                </a:cubicBezTo>
                <a:cubicBezTo>
                  <a:pt x="17" y="23"/>
                  <a:pt x="17" y="23"/>
                  <a:pt x="17" y="23"/>
                </a:cubicBezTo>
                <a:cubicBezTo>
                  <a:pt x="17" y="23"/>
                  <a:pt x="17" y="23"/>
                  <a:pt x="17" y="23"/>
                </a:cubicBezTo>
                <a:cubicBezTo>
                  <a:pt x="21" y="16"/>
                  <a:pt x="21" y="16"/>
                  <a:pt x="21" y="16"/>
                </a:cubicBezTo>
                <a:cubicBezTo>
                  <a:pt x="21" y="15"/>
                  <a:pt x="22" y="14"/>
                  <a:pt x="23" y="12"/>
                </a:cubicBezTo>
                <a:close/>
              </a:path>
            </a:pathLst>
          </a:custGeom>
          <a:solidFill>
            <a:srgbClr val="0093A2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0" name="Oval 17">
            <a:extLst>
              <a:ext uri="{FF2B5EF4-FFF2-40B4-BE49-F238E27FC236}">
                <a16:creationId xmlns:a16="http://schemas.microsoft.com/office/drawing/2014/main" id="{4AB5B97C-4C8C-7AF7-29C1-70D8960391C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895475" y="3272836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1" name="Freeform 18">
            <a:extLst>
              <a:ext uri="{FF2B5EF4-FFF2-40B4-BE49-F238E27FC236}">
                <a16:creationId xmlns:a16="http://schemas.microsoft.com/office/drawing/2014/main" id="{2B72AF4C-6FCC-8758-7A62-19392A549C18}"/>
              </a:ext>
            </a:extLst>
          </p:cNvPr>
          <p:cNvSpPr>
            <a:spLocks noEditPoints="1"/>
          </p:cNvSpPr>
          <p:nvPr/>
        </p:nvSpPr>
        <p:spPr bwMode="auto">
          <a:xfrm>
            <a:off x="1901825" y="3280774"/>
            <a:ext cx="155575" cy="165100"/>
          </a:xfrm>
          <a:custGeom>
            <a:avLst/>
            <a:gdLst>
              <a:gd name="T0" fmla="*/ 41 w 41"/>
              <a:gd name="T1" fmla="*/ 21 h 41"/>
              <a:gd name="T2" fmla="*/ 20 w 41"/>
              <a:gd name="T3" fmla="*/ 41 h 41"/>
              <a:gd name="T4" fmla="*/ 0 w 41"/>
              <a:gd name="T5" fmla="*/ 21 h 41"/>
              <a:gd name="T6" fmla="*/ 20 w 41"/>
              <a:gd name="T7" fmla="*/ 0 h 41"/>
              <a:gd name="T8" fmla="*/ 41 w 41"/>
              <a:gd name="T9" fmla="*/ 21 h 41"/>
              <a:gd name="T10" fmla="*/ 28 w 41"/>
              <a:gd name="T11" fmla="*/ 25 h 41"/>
              <a:gd name="T12" fmla="*/ 25 w 41"/>
              <a:gd name="T13" fmla="*/ 19 h 41"/>
              <a:gd name="T14" fmla="*/ 20 w 41"/>
              <a:gd name="T15" fmla="*/ 17 h 41"/>
              <a:gd name="T16" fmla="*/ 18 w 41"/>
              <a:gd name="T17" fmla="*/ 17 h 41"/>
              <a:gd name="T18" fmla="*/ 19 w 41"/>
              <a:gd name="T19" fmla="*/ 12 h 41"/>
              <a:gd name="T20" fmla="*/ 27 w 41"/>
              <a:gd name="T21" fmla="*/ 12 h 41"/>
              <a:gd name="T22" fmla="*/ 27 w 41"/>
              <a:gd name="T23" fmla="*/ 9 h 41"/>
              <a:gd name="T24" fmla="*/ 16 w 41"/>
              <a:gd name="T25" fmla="*/ 9 h 41"/>
              <a:gd name="T26" fmla="*/ 15 w 41"/>
              <a:gd name="T27" fmla="*/ 21 h 41"/>
              <a:gd name="T28" fmla="*/ 18 w 41"/>
              <a:gd name="T29" fmla="*/ 21 h 41"/>
              <a:gd name="T30" fmla="*/ 24 w 41"/>
              <a:gd name="T31" fmla="*/ 25 h 41"/>
              <a:gd name="T32" fmla="*/ 19 w 41"/>
              <a:gd name="T33" fmla="*/ 30 h 41"/>
              <a:gd name="T34" fmla="*/ 14 w 41"/>
              <a:gd name="T35" fmla="*/ 28 h 41"/>
              <a:gd name="T36" fmla="*/ 13 w 41"/>
              <a:gd name="T37" fmla="*/ 32 h 41"/>
              <a:gd name="T38" fmla="*/ 19 w 41"/>
              <a:gd name="T39" fmla="*/ 33 h 41"/>
              <a:gd name="T40" fmla="*/ 28 w 41"/>
              <a:gd name="T41" fmla="*/ 25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0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0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8" y="25"/>
                </a:moveTo>
                <a:cubicBezTo>
                  <a:pt x="28" y="22"/>
                  <a:pt x="27" y="20"/>
                  <a:pt x="25" y="19"/>
                </a:cubicBezTo>
                <a:cubicBezTo>
                  <a:pt x="24" y="18"/>
                  <a:pt x="22" y="17"/>
                  <a:pt x="20" y="17"/>
                </a:cubicBezTo>
                <a:cubicBezTo>
                  <a:pt x="19" y="17"/>
                  <a:pt x="19" y="17"/>
                  <a:pt x="18" y="17"/>
                </a:cubicBezTo>
                <a:cubicBezTo>
                  <a:pt x="19" y="12"/>
                  <a:pt x="19" y="12"/>
                  <a:pt x="19" y="12"/>
                </a:cubicBezTo>
                <a:cubicBezTo>
                  <a:pt x="27" y="12"/>
                  <a:pt x="27" y="12"/>
                  <a:pt x="27" y="12"/>
                </a:cubicBezTo>
                <a:cubicBezTo>
                  <a:pt x="27" y="9"/>
                  <a:pt x="27" y="9"/>
                  <a:pt x="27" y="9"/>
                </a:cubicBezTo>
                <a:cubicBezTo>
                  <a:pt x="16" y="9"/>
                  <a:pt x="16" y="9"/>
                  <a:pt x="16" y="9"/>
                </a:cubicBezTo>
                <a:cubicBezTo>
                  <a:pt x="15" y="21"/>
                  <a:pt x="15" y="21"/>
                  <a:pt x="15" y="21"/>
                </a:cubicBezTo>
                <a:cubicBezTo>
                  <a:pt x="15" y="21"/>
                  <a:pt x="16" y="21"/>
                  <a:pt x="18" y="21"/>
                </a:cubicBezTo>
                <a:cubicBezTo>
                  <a:pt x="22" y="21"/>
                  <a:pt x="24" y="22"/>
                  <a:pt x="24" y="25"/>
                </a:cubicBezTo>
                <a:cubicBezTo>
                  <a:pt x="24" y="28"/>
                  <a:pt x="21" y="30"/>
                  <a:pt x="19" y="30"/>
                </a:cubicBezTo>
                <a:cubicBezTo>
                  <a:pt x="17" y="30"/>
                  <a:pt x="15" y="29"/>
                  <a:pt x="14" y="28"/>
                </a:cubicBezTo>
                <a:cubicBezTo>
                  <a:pt x="13" y="32"/>
                  <a:pt x="13" y="32"/>
                  <a:pt x="13" y="32"/>
                </a:cubicBezTo>
                <a:cubicBezTo>
                  <a:pt x="14" y="32"/>
                  <a:pt x="17" y="33"/>
                  <a:pt x="19" y="33"/>
                </a:cubicBezTo>
                <a:cubicBezTo>
                  <a:pt x="25" y="33"/>
                  <a:pt x="28" y="29"/>
                  <a:pt x="28" y="25"/>
                </a:cubicBezTo>
                <a:close/>
              </a:path>
            </a:pathLst>
          </a:custGeom>
          <a:solidFill>
            <a:srgbClr val="0093A2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2" name="Oval 19">
            <a:extLst>
              <a:ext uri="{FF2B5EF4-FFF2-40B4-BE49-F238E27FC236}">
                <a16:creationId xmlns:a16="http://schemas.microsoft.com/office/drawing/2014/main" id="{92E618A1-F203-E354-221C-2AE6B35C5FB0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85988" y="3272836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3" name="Freeform 20">
            <a:extLst>
              <a:ext uri="{FF2B5EF4-FFF2-40B4-BE49-F238E27FC236}">
                <a16:creationId xmlns:a16="http://schemas.microsoft.com/office/drawing/2014/main" id="{E5FE8BC9-DC04-BBCF-137C-95FF065245AA}"/>
              </a:ext>
            </a:extLst>
          </p:cNvPr>
          <p:cNvSpPr>
            <a:spLocks noEditPoints="1"/>
          </p:cNvSpPr>
          <p:nvPr/>
        </p:nvSpPr>
        <p:spPr bwMode="auto">
          <a:xfrm>
            <a:off x="2193925" y="3280774"/>
            <a:ext cx="153988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9 w 41"/>
              <a:gd name="T11" fmla="*/ 25 h 41"/>
              <a:gd name="T12" fmla="*/ 22 w 41"/>
              <a:gd name="T13" fmla="*/ 17 h 41"/>
              <a:gd name="T14" fmla="*/ 18 w 41"/>
              <a:gd name="T15" fmla="*/ 19 h 41"/>
              <a:gd name="T16" fmla="*/ 17 w 41"/>
              <a:gd name="T17" fmla="*/ 19 h 41"/>
              <a:gd name="T18" fmla="*/ 25 w 41"/>
              <a:gd name="T19" fmla="*/ 12 h 41"/>
              <a:gd name="T20" fmla="*/ 27 w 41"/>
              <a:gd name="T21" fmla="*/ 12 h 41"/>
              <a:gd name="T22" fmla="*/ 27 w 41"/>
              <a:gd name="T23" fmla="*/ 8 h 41"/>
              <a:gd name="T24" fmla="*/ 25 w 41"/>
              <a:gd name="T25" fmla="*/ 8 h 41"/>
              <a:gd name="T26" fmla="*/ 17 w 41"/>
              <a:gd name="T27" fmla="*/ 12 h 41"/>
              <a:gd name="T28" fmla="*/ 13 w 41"/>
              <a:gd name="T29" fmla="*/ 23 h 41"/>
              <a:gd name="T30" fmla="*/ 22 w 41"/>
              <a:gd name="T31" fmla="*/ 33 h 41"/>
              <a:gd name="T32" fmla="*/ 29 w 41"/>
              <a:gd name="T33" fmla="*/ 25 h 41"/>
              <a:gd name="T34" fmla="*/ 25 w 41"/>
              <a:gd name="T35" fmla="*/ 25 h 41"/>
              <a:gd name="T36" fmla="*/ 22 w 41"/>
              <a:gd name="T37" fmla="*/ 30 h 41"/>
              <a:gd name="T38" fmla="*/ 21 w 41"/>
              <a:gd name="T39" fmla="*/ 30 h 41"/>
              <a:gd name="T40" fmla="*/ 17 w 41"/>
              <a:gd name="T41" fmla="*/ 24 h 41"/>
              <a:gd name="T42" fmla="*/ 18 w 41"/>
              <a:gd name="T43" fmla="*/ 22 h 41"/>
              <a:gd name="T44" fmla="*/ 21 w 41"/>
              <a:gd name="T45" fmla="*/ 20 h 41"/>
              <a:gd name="T46" fmla="*/ 25 w 41"/>
              <a:gd name="T47" fmla="*/ 25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25"/>
                </a:moveTo>
                <a:cubicBezTo>
                  <a:pt x="29" y="20"/>
                  <a:pt x="26" y="17"/>
                  <a:pt x="22" y="17"/>
                </a:cubicBezTo>
                <a:cubicBezTo>
                  <a:pt x="20" y="17"/>
                  <a:pt x="19" y="18"/>
                  <a:pt x="18" y="19"/>
                </a:cubicBezTo>
                <a:cubicBezTo>
                  <a:pt x="17" y="19"/>
                  <a:pt x="17" y="19"/>
                  <a:pt x="17" y="19"/>
                </a:cubicBezTo>
                <a:cubicBezTo>
                  <a:pt x="18" y="16"/>
                  <a:pt x="20" y="13"/>
                  <a:pt x="25" y="12"/>
                </a:cubicBezTo>
                <a:cubicBezTo>
                  <a:pt x="26" y="12"/>
                  <a:pt x="26" y="12"/>
                  <a:pt x="27" y="12"/>
                </a:cubicBezTo>
                <a:cubicBezTo>
                  <a:pt x="27" y="8"/>
                  <a:pt x="27" y="8"/>
                  <a:pt x="27" y="8"/>
                </a:cubicBezTo>
                <a:cubicBezTo>
                  <a:pt x="26" y="8"/>
                  <a:pt x="26" y="8"/>
                  <a:pt x="25" y="8"/>
                </a:cubicBezTo>
                <a:cubicBezTo>
                  <a:pt x="22" y="9"/>
                  <a:pt x="19" y="10"/>
                  <a:pt x="17" y="12"/>
                </a:cubicBezTo>
                <a:cubicBezTo>
                  <a:pt x="15" y="14"/>
                  <a:pt x="13" y="18"/>
                  <a:pt x="13" y="23"/>
                </a:cubicBezTo>
                <a:cubicBezTo>
                  <a:pt x="13" y="29"/>
                  <a:pt x="16" y="33"/>
                  <a:pt x="22" y="33"/>
                </a:cubicBezTo>
                <a:cubicBezTo>
                  <a:pt x="26" y="33"/>
                  <a:pt x="29" y="29"/>
                  <a:pt x="29" y="25"/>
                </a:cubicBezTo>
                <a:close/>
                <a:moveTo>
                  <a:pt x="25" y="25"/>
                </a:moveTo>
                <a:cubicBezTo>
                  <a:pt x="25" y="28"/>
                  <a:pt x="24" y="30"/>
                  <a:pt x="22" y="30"/>
                </a:cubicBezTo>
                <a:cubicBezTo>
                  <a:pt x="21" y="30"/>
                  <a:pt x="21" y="30"/>
                  <a:pt x="21" y="30"/>
                </a:cubicBezTo>
                <a:cubicBezTo>
                  <a:pt x="19" y="30"/>
                  <a:pt x="17" y="27"/>
                  <a:pt x="17" y="24"/>
                </a:cubicBezTo>
                <a:cubicBezTo>
                  <a:pt x="17" y="23"/>
                  <a:pt x="17" y="23"/>
                  <a:pt x="18" y="22"/>
                </a:cubicBezTo>
                <a:cubicBezTo>
                  <a:pt x="18" y="21"/>
                  <a:pt x="20" y="20"/>
                  <a:pt x="21" y="20"/>
                </a:cubicBezTo>
                <a:cubicBezTo>
                  <a:pt x="24" y="20"/>
                  <a:pt x="25" y="22"/>
                  <a:pt x="25" y="25"/>
                </a:cubicBezTo>
                <a:close/>
              </a:path>
            </a:pathLst>
          </a:custGeom>
          <a:solidFill>
            <a:srgbClr val="0093A2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4" name="Oval 21">
            <a:extLst>
              <a:ext uri="{FF2B5EF4-FFF2-40B4-BE49-F238E27FC236}">
                <a16:creationId xmlns:a16="http://schemas.microsoft.com/office/drawing/2014/main" id="{61CD5F13-D2F3-6DA0-0F99-55D5E16E5F3D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03488" y="3272836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5" name="Freeform 22">
            <a:extLst>
              <a:ext uri="{FF2B5EF4-FFF2-40B4-BE49-F238E27FC236}">
                <a16:creationId xmlns:a16="http://schemas.microsoft.com/office/drawing/2014/main" id="{9020B922-FBB4-33FB-5BB3-9D8496C28EF1}"/>
              </a:ext>
            </a:extLst>
          </p:cNvPr>
          <p:cNvSpPr>
            <a:spLocks noEditPoints="1"/>
          </p:cNvSpPr>
          <p:nvPr/>
        </p:nvSpPr>
        <p:spPr bwMode="auto">
          <a:xfrm>
            <a:off x="2509838" y="3280774"/>
            <a:ext cx="155575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9 w 41"/>
              <a:gd name="T11" fmla="*/ 9 h 41"/>
              <a:gd name="T12" fmla="*/ 14 w 41"/>
              <a:gd name="T13" fmla="*/ 9 h 41"/>
              <a:gd name="T14" fmla="*/ 14 w 41"/>
              <a:gd name="T15" fmla="*/ 12 h 41"/>
              <a:gd name="T16" fmla="*/ 24 w 41"/>
              <a:gd name="T17" fmla="*/ 12 h 41"/>
              <a:gd name="T18" fmla="*/ 24 w 41"/>
              <a:gd name="T19" fmla="*/ 12 h 41"/>
              <a:gd name="T20" fmla="*/ 15 w 41"/>
              <a:gd name="T21" fmla="*/ 33 h 41"/>
              <a:gd name="T22" fmla="*/ 20 w 41"/>
              <a:gd name="T23" fmla="*/ 33 h 41"/>
              <a:gd name="T24" fmla="*/ 29 w 41"/>
              <a:gd name="T25" fmla="*/ 12 h 41"/>
              <a:gd name="T26" fmla="*/ 29 w 41"/>
              <a:gd name="T27" fmla="*/ 9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9"/>
                </a:moveTo>
                <a:cubicBezTo>
                  <a:pt x="14" y="9"/>
                  <a:pt x="14" y="9"/>
                  <a:pt x="14" y="9"/>
                </a:cubicBezTo>
                <a:cubicBezTo>
                  <a:pt x="14" y="12"/>
                  <a:pt x="14" y="12"/>
                  <a:pt x="14" y="12"/>
                </a:cubicBezTo>
                <a:cubicBezTo>
                  <a:pt x="24" y="12"/>
                  <a:pt x="24" y="12"/>
                  <a:pt x="24" y="12"/>
                </a:cubicBezTo>
                <a:cubicBezTo>
                  <a:pt x="24" y="12"/>
                  <a:pt x="24" y="12"/>
                  <a:pt x="24" y="12"/>
                </a:cubicBezTo>
                <a:cubicBezTo>
                  <a:pt x="15" y="33"/>
                  <a:pt x="15" y="33"/>
                  <a:pt x="15" y="33"/>
                </a:cubicBezTo>
                <a:cubicBezTo>
                  <a:pt x="20" y="33"/>
                  <a:pt x="20" y="33"/>
                  <a:pt x="20" y="33"/>
                </a:cubicBezTo>
                <a:cubicBezTo>
                  <a:pt x="29" y="12"/>
                  <a:pt x="29" y="12"/>
                  <a:pt x="29" y="12"/>
                </a:cubicBezTo>
                <a:lnTo>
                  <a:pt x="29" y="9"/>
                </a:lnTo>
                <a:close/>
              </a:path>
            </a:pathLst>
          </a:custGeom>
          <a:solidFill>
            <a:srgbClr val="0093A2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6" name="Oval 23">
            <a:extLst>
              <a:ext uri="{FF2B5EF4-FFF2-40B4-BE49-F238E27FC236}">
                <a16:creationId xmlns:a16="http://schemas.microsoft.com/office/drawing/2014/main" id="{205AE157-CEAD-018D-5D2C-C6AE39EE0B6D}"/>
              </a:ext>
            </a:extLst>
          </p:cNvPr>
          <p:cNvSpPr>
            <a:spLocks noChangeArrowheads="1"/>
          </p:cNvSpPr>
          <p:nvPr/>
        </p:nvSpPr>
        <p:spPr bwMode="auto">
          <a:xfrm>
            <a:off x="2709863" y="3272836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7" name="Freeform 24">
            <a:extLst>
              <a:ext uri="{FF2B5EF4-FFF2-40B4-BE49-F238E27FC236}">
                <a16:creationId xmlns:a16="http://schemas.microsoft.com/office/drawing/2014/main" id="{B407CE30-0587-0300-1E79-C63B212E16F9}"/>
              </a:ext>
            </a:extLst>
          </p:cNvPr>
          <p:cNvSpPr>
            <a:spLocks noEditPoints="1"/>
          </p:cNvSpPr>
          <p:nvPr/>
        </p:nvSpPr>
        <p:spPr bwMode="auto">
          <a:xfrm>
            <a:off x="2717800" y="3280774"/>
            <a:ext cx="155575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9 w 41"/>
              <a:gd name="T11" fmla="*/ 26 h 41"/>
              <a:gd name="T12" fmla="*/ 25 w 41"/>
              <a:gd name="T13" fmla="*/ 20 h 41"/>
              <a:gd name="T14" fmla="*/ 25 w 41"/>
              <a:gd name="T15" fmla="*/ 20 h 41"/>
              <a:gd name="T16" fmla="*/ 28 w 41"/>
              <a:gd name="T17" fmla="*/ 14 h 41"/>
              <a:gd name="T18" fmla="*/ 22 w 41"/>
              <a:gd name="T19" fmla="*/ 8 h 41"/>
              <a:gd name="T20" fmla="*/ 14 w 41"/>
              <a:gd name="T21" fmla="*/ 15 h 41"/>
              <a:gd name="T22" fmla="*/ 18 w 41"/>
              <a:gd name="T23" fmla="*/ 20 h 41"/>
              <a:gd name="T24" fmla="*/ 18 w 41"/>
              <a:gd name="T25" fmla="*/ 20 h 41"/>
              <a:gd name="T26" fmla="*/ 13 w 41"/>
              <a:gd name="T27" fmla="*/ 26 h 41"/>
              <a:gd name="T28" fmla="*/ 21 w 41"/>
              <a:gd name="T29" fmla="*/ 33 h 41"/>
              <a:gd name="T30" fmla="*/ 29 w 41"/>
              <a:gd name="T31" fmla="*/ 26 h 41"/>
              <a:gd name="T32" fmla="*/ 25 w 41"/>
              <a:gd name="T33" fmla="*/ 26 h 41"/>
              <a:gd name="T34" fmla="*/ 21 w 41"/>
              <a:gd name="T35" fmla="*/ 30 h 41"/>
              <a:gd name="T36" fmla="*/ 18 w 41"/>
              <a:gd name="T37" fmla="*/ 26 h 41"/>
              <a:gd name="T38" fmla="*/ 21 w 41"/>
              <a:gd name="T39" fmla="*/ 22 h 41"/>
              <a:gd name="T40" fmla="*/ 25 w 41"/>
              <a:gd name="T41" fmla="*/ 26 h 41"/>
              <a:gd name="T42" fmla="*/ 18 w 41"/>
              <a:gd name="T43" fmla="*/ 15 h 41"/>
              <a:gd name="T44" fmla="*/ 21 w 41"/>
              <a:gd name="T45" fmla="*/ 11 h 41"/>
              <a:gd name="T46" fmla="*/ 25 w 41"/>
              <a:gd name="T47" fmla="*/ 15 h 41"/>
              <a:gd name="T48" fmla="*/ 22 w 41"/>
              <a:gd name="T49" fmla="*/ 18 h 41"/>
              <a:gd name="T50" fmla="*/ 18 w 41"/>
              <a:gd name="T51" fmla="*/ 15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26"/>
                </a:moveTo>
                <a:cubicBezTo>
                  <a:pt x="29" y="23"/>
                  <a:pt x="28" y="21"/>
                  <a:pt x="25" y="20"/>
                </a:cubicBezTo>
                <a:cubicBezTo>
                  <a:pt x="25" y="20"/>
                  <a:pt x="25" y="20"/>
                  <a:pt x="25" y="20"/>
                </a:cubicBezTo>
                <a:cubicBezTo>
                  <a:pt x="28" y="18"/>
                  <a:pt x="28" y="16"/>
                  <a:pt x="28" y="14"/>
                </a:cubicBezTo>
                <a:cubicBezTo>
                  <a:pt x="28" y="11"/>
                  <a:pt x="26" y="8"/>
                  <a:pt x="22" y="8"/>
                </a:cubicBezTo>
                <a:cubicBezTo>
                  <a:pt x="17" y="8"/>
                  <a:pt x="14" y="11"/>
                  <a:pt x="14" y="15"/>
                </a:cubicBezTo>
                <a:cubicBezTo>
                  <a:pt x="14" y="17"/>
                  <a:pt x="15" y="19"/>
                  <a:pt x="18" y="20"/>
                </a:cubicBezTo>
                <a:cubicBezTo>
                  <a:pt x="18" y="20"/>
                  <a:pt x="18" y="20"/>
                  <a:pt x="18" y="20"/>
                </a:cubicBezTo>
                <a:cubicBezTo>
                  <a:pt x="15" y="21"/>
                  <a:pt x="13" y="24"/>
                  <a:pt x="13" y="26"/>
                </a:cubicBezTo>
                <a:cubicBezTo>
                  <a:pt x="13" y="30"/>
                  <a:pt x="16" y="33"/>
                  <a:pt x="21" y="33"/>
                </a:cubicBezTo>
                <a:cubicBezTo>
                  <a:pt x="26" y="33"/>
                  <a:pt x="29" y="30"/>
                  <a:pt x="29" y="26"/>
                </a:cubicBezTo>
                <a:close/>
                <a:moveTo>
                  <a:pt x="25" y="26"/>
                </a:moveTo>
                <a:cubicBezTo>
                  <a:pt x="25" y="28"/>
                  <a:pt x="24" y="30"/>
                  <a:pt x="21" y="30"/>
                </a:cubicBezTo>
                <a:cubicBezTo>
                  <a:pt x="19" y="30"/>
                  <a:pt x="18" y="28"/>
                  <a:pt x="18" y="26"/>
                </a:cubicBezTo>
                <a:cubicBezTo>
                  <a:pt x="18" y="24"/>
                  <a:pt x="19" y="22"/>
                  <a:pt x="21" y="22"/>
                </a:cubicBezTo>
                <a:cubicBezTo>
                  <a:pt x="23" y="23"/>
                  <a:pt x="25" y="24"/>
                  <a:pt x="25" y="26"/>
                </a:cubicBezTo>
                <a:close/>
                <a:moveTo>
                  <a:pt x="18" y="15"/>
                </a:moveTo>
                <a:cubicBezTo>
                  <a:pt x="18" y="13"/>
                  <a:pt x="19" y="11"/>
                  <a:pt x="21" y="11"/>
                </a:cubicBezTo>
                <a:cubicBezTo>
                  <a:pt x="24" y="11"/>
                  <a:pt x="25" y="13"/>
                  <a:pt x="25" y="15"/>
                </a:cubicBezTo>
                <a:cubicBezTo>
                  <a:pt x="25" y="17"/>
                  <a:pt x="23" y="18"/>
                  <a:pt x="22" y="18"/>
                </a:cubicBezTo>
                <a:cubicBezTo>
                  <a:pt x="20" y="18"/>
                  <a:pt x="18" y="17"/>
                  <a:pt x="18" y="15"/>
                </a:cubicBezTo>
                <a:close/>
              </a:path>
            </a:pathLst>
          </a:custGeom>
          <a:solidFill>
            <a:srgbClr val="0093A2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8" name="Oval 25">
            <a:extLst>
              <a:ext uri="{FF2B5EF4-FFF2-40B4-BE49-F238E27FC236}">
                <a16:creationId xmlns:a16="http://schemas.microsoft.com/office/drawing/2014/main" id="{9F0A1679-09FF-9CEB-954F-AB06719843C7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54375" y="3272836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9" name="Freeform 26">
            <a:extLst>
              <a:ext uri="{FF2B5EF4-FFF2-40B4-BE49-F238E27FC236}">
                <a16:creationId xmlns:a16="http://schemas.microsoft.com/office/drawing/2014/main" id="{EB73DE63-FFB9-0649-54FF-646185BFD3A9}"/>
              </a:ext>
            </a:extLst>
          </p:cNvPr>
          <p:cNvSpPr>
            <a:spLocks noEditPoints="1"/>
          </p:cNvSpPr>
          <p:nvPr/>
        </p:nvSpPr>
        <p:spPr bwMode="auto">
          <a:xfrm>
            <a:off x="3262313" y="3280774"/>
            <a:ext cx="153988" cy="165100"/>
          </a:xfrm>
          <a:custGeom>
            <a:avLst/>
            <a:gdLst>
              <a:gd name="T0" fmla="*/ 41 w 41"/>
              <a:gd name="T1" fmla="*/ 21 h 41"/>
              <a:gd name="T2" fmla="*/ 20 w 41"/>
              <a:gd name="T3" fmla="*/ 41 h 41"/>
              <a:gd name="T4" fmla="*/ 0 w 41"/>
              <a:gd name="T5" fmla="*/ 21 h 41"/>
              <a:gd name="T6" fmla="*/ 20 w 41"/>
              <a:gd name="T7" fmla="*/ 0 h 41"/>
              <a:gd name="T8" fmla="*/ 41 w 41"/>
              <a:gd name="T9" fmla="*/ 21 h 41"/>
              <a:gd name="T10" fmla="*/ 16 w 41"/>
              <a:gd name="T11" fmla="*/ 9 h 41"/>
              <a:gd name="T12" fmla="*/ 13 w 41"/>
              <a:gd name="T13" fmla="*/ 9 h 41"/>
              <a:gd name="T14" fmla="*/ 7 w 41"/>
              <a:gd name="T15" fmla="*/ 12 h 41"/>
              <a:gd name="T16" fmla="*/ 8 w 41"/>
              <a:gd name="T17" fmla="*/ 15 h 41"/>
              <a:gd name="T18" fmla="*/ 12 w 41"/>
              <a:gd name="T19" fmla="*/ 13 h 41"/>
              <a:gd name="T20" fmla="*/ 12 w 41"/>
              <a:gd name="T21" fmla="*/ 13 h 41"/>
              <a:gd name="T22" fmla="*/ 12 w 41"/>
              <a:gd name="T23" fmla="*/ 32 h 41"/>
              <a:gd name="T24" fmla="*/ 16 w 41"/>
              <a:gd name="T25" fmla="*/ 32 h 41"/>
              <a:gd name="T26" fmla="*/ 16 w 41"/>
              <a:gd name="T27" fmla="*/ 9 h 41"/>
              <a:gd name="T28" fmla="*/ 35 w 41"/>
              <a:gd name="T29" fmla="*/ 21 h 41"/>
              <a:gd name="T30" fmla="*/ 27 w 41"/>
              <a:gd name="T31" fmla="*/ 9 h 41"/>
              <a:gd name="T32" fmla="*/ 19 w 41"/>
              <a:gd name="T33" fmla="*/ 21 h 41"/>
              <a:gd name="T34" fmla="*/ 27 w 41"/>
              <a:gd name="T35" fmla="*/ 33 h 41"/>
              <a:gd name="T36" fmla="*/ 35 w 41"/>
              <a:gd name="T37" fmla="*/ 21 h 41"/>
              <a:gd name="T38" fmla="*/ 31 w 41"/>
              <a:gd name="T39" fmla="*/ 21 h 41"/>
              <a:gd name="T40" fmla="*/ 27 w 41"/>
              <a:gd name="T41" fmla="*/ 29 h 41"/>
              <a:gd name="T42" fmla="*/ 23 w 41"/>
              <a:gd name="T43" fmla="*/ 21 h 41"/>
              <a:gd name="T44" fmla="*/ 27 w 41"/>
              <a:gd name="T45" fmla="*/ 12 h 41"/>
              <a:gd name="T46" fmla="*/ 31 w 41"/>
              <a:gd name="T47" fmla="*/ 21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0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0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16" y="9"/>
                </a:moveTo>
                <a:cubicBezTo>
                  <a:pt x="13" y="9"/>
                  <a:pt x="13" y="9"/>
                  <a:pt x="13" y="9"/>
                </a:cubicBezTo>
                <a:cubicBezTo>
                  <a:pt x="7" y="12"/>
                  <a:pt x="7" y="12"/>
                  <a:pt x="7" y="12"/>
                </a:cubicBezTo>
                <a:cubicBezTo>
                  <a:pt x="8" y="15"/>
                  <a:pt x="8" y="15"/>
                  <a:pt x="8" y="15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32"/>
                  <a:pt x="12" y="32"/>
                  <a:pt x="12" y="32"/>
                </a:cubicBezTo>
                <a:cubicBezTo>
                  <a:pt x="16" y="32"/>
                  <a:pt x="16" y="32"/>
                  <a:pt x="16" y="32"/>
                </a:cubicBezTo>
                <a:lnTo>
                  <a:pt x="16" y="9"/>
                </a:lnTo>
                <a:close/>
                <a:moveTo>
                  <a:pt x="35" y="21"/>
                </a:moveTo>
                <a:cubicBezTo>
                  <a:pt x="35" y="14"/>
                  <a:pt x="32" y="9"/>
                  <a:pt x="27" y="9"/>
                </a:cubicBezTo>
                <a:cubicBezTo>
                  <a:pt x="22" y="9"/>
                  <a:pt x="19" y="14"/>
                  <a:pt x="19" y="21"/>
                </a:cubicBezTo>
                <a:cubicBezTo>
                  <a:pt x="20" y="28"/>
                  <a:pt x="22" y="33"/>
                  <a:pt x="27" y="33"/>
                </a:cubicBezTo>
                <a:cubicBezTo>
                  <a:pt x="32" y="33"/>
                  <a:pt x="35" y="28"/>
                  <a:pt x="35" y="21"/>
                </a:cubicBezTo>
                <a:close/>
                <a:moveTo>
                  <a:pt x="31" y="21"/>
                </a:moveTo>
                <a:cubicBezTo>
                  <a:pt x="31" y="26"/>
                  <a:pt x="29" y="29"/>
                  <a:pt x="27" y="29"/>
                </a:cubicBezTo>
                <a:cubicBezTo>
                  <a:pt x="25" y="29"/>
                  <a:pt x="23" y="26"/>
                  <a:pt x="23" y="21"/>
                </a:cubicBezTo>
                <a:cubicBezTo>
                  <a:pt x="23" y="15"/>
                  <a:pt x="25" y="12"/>
                  <a:pt x="27" y="12"/>
                </a:cubicBezTo>
                <a:cubicBezTo>
                  <a:pt x="29" y="12"/>
                  <a:pt x="31" y="15"/>
                  <a:pt x="31" y="21"/>
                </a:cubicBezTo>
                <a:close/>
              </a:path>
            </a:pathLst>
          </a:custGeom>
          <a:solidFill>
            <a:srgbClr val="0093A2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30" name="Oval 27">
            <a:extLst>
              <a:ext uri="{FF2B5EF4-FFF2-40B4-BE49-F238E27FC236}">
                <a16:creationId xmlns:a16="http://schemas.microsoft.com/office/drawing/2014/main" id="{08B0119C-4F73-B897-ABDB-D9FC4CF2A60E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14725" y="3272836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31" name="Freeform 28">
            <a:extLst>
              <a:ext uri="{FF2B5EF4-FFF2-40B4-BE49-F238E27FC236}">
                <a16:creationId xmlns:a16="http://schemas.microsoft.com/office/drawing/2014/main" id="{DA8C6EF3-7BC6-3962-D236-1CB914C9FF00}"/>
              </a:ext>
            </a:extLst>
          </p:cNvPr>
          <p:cNvSpPr>
            <a:spLocks noEditPoints="1"/>
          </p:cNvSpPr>
          <p:nvPr/>
        </p:nvSpPr>
        <p:spPr bwMode="auto">
          <a:xfrm>
            <a:off x="3522663" y="3280774"/>
            <a:ext cx="153988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16 w 41"/>
              <a:gd name="T11" fmla="*/ 9 h 41"/>
              <a:gd name="T12" fmla="*/ 13 w 41"/>
              <a:gd name="T13" fmla="*/ 9 h 41"/>
              <a:gd name="T14" fmla="*/ 8 w 41"/>
              <a:gd name="T15" fmla="*/ 12 h 41"/>
              <a:gd name="T16" fmla="*/ 8 w 41"/>
              <a:gd name="T17" fmla="*/ 15 h 41"/>
              <a:gd name="T18" fmla="*/ 12 w 41"/>
              <a:gd name="T19" fmla="*/ 13 h 41"/>
              <a:gd name="T20" fmla="*/ 12 w 41"/>
              <a:gd name="T21" fmla="*/ 13 h 41"/>
              <a:gd name="T22" fmla="*/ 12 w 41"/>
              <a:gd name="T23" fmla="*/ 32 h 41"/>
              <a:gd name="T24" fmla="*/ 16 w 41"/>
              <a:gd name="T25" fmla="*/ 32 h 41"/>
              <a:gd name="T26" fmla="*/ 16 w 41"/>
              <a:gd name="T27" fmla="*/ 9 h 41"/>
              <a:gd name="T28" fmla="*/ 30 w 41"/>
              <a:gd name="T29" fmla="*/ 9 h 41"/>
              <a:gd name="T30" fmla="*/ 27 w 41"/>
              <a:gd name="T31" fmla="*/ 9 h 41"/>
              <a:gd name="T32" fmla="*/ 22 w 41"/>
              <a:gd name="T33" fmla="*/ 12 h 41"/>
              <a:gd name="T34" fmla="*/ 22 w 41"/>
              <a:gd name="T35" fmla="*/ 15 h 41"/>
              <a:gd name="T36" fmla="*/ 26 w 41"/>
              <a:gd name="T37" fmla="*/ 13 h 41"/>
              <a:gd name="T38" fmla="*/ 26 w 41"/>
              <a:gd name="T39" fmla="*/ 13 h 41"/>
              <a:gd name="T40" fmla="*/ 26 w 41"/>
              <a:gd name="T41" fmla="*/ 32 h 41"/>
              <a:gd name="T42" fmla="*/ 30 w 41"/>
              <a:gd name="T43" fmla="*/ 32 h 41"/>
              <a:gd name="T44" fmla="*/ 30 w 41"/>
              <a:gd name="T45" fmla="*/ 9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16" y="9"/>
                </a:moveTo>
                <a:cubicBezTo>
                  <a:pt x="13" y="9"/>
                  <a:pt x="13" y="9"/>
                  <a:pt x="13" y="9"/>
                </a:cubicBezTo>
                <a:cubicBezTo>
                  <a:pt x="8" y="12"/>
                  <a:pt x="8" y="12"/>
                  <a:pt x="8" y="12"/>
                </a:cubicBezTo>
                <a:cubicBezTo>
                  <a:pt x="8" y="15"/>
                  <a:pt x="8" y="15"/>
                  <a:pt x="8" y="15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32"/>
                  <a:pt x="12" y="32"/>
                  <a:pt x="12" y="32"/>
                </a:cubicBezTo>
                <a:cubicBezTo>
                  <a:pt x="16" y="32"/>
                  <a:pt x="16" y="32"/>
                  <a:pt x="16" y="32"/>
                </a:cubicBezTo>
                <a:lnTo>
                  <a:pt x="16" y="9"/>
                </a:lnTo>
                <a:close/>
                <a:moveTo>
                  <a:pt x="30" y="9"/>
                </a:moveTo>
                <a:cubicBezTo>
                  <a:pt x="27" y="9"/>
                  <a:pt x="27" y="9"/>
                  <a:pt x="27" y="9"/>
                </a:cubicBezTo>
                <a:cubicBezTo>
                  <a:pt x="22" y="12"/>
                  <a:pt x="22" y="12"/>
                  <a:pt x="22" y="12"/>
                </a:cubicBezTo>
                <a:cubicBezTo>
                  <a:pt x="22" y="15"/>
                  <a:pt x="22" y="15"/>
                  <a:pt x="22" y="15"/>
                </a:cubicBezTo>
                <a:cubicBezTo>
                  <a:pt x="26" y="13"/>
                  <a:pt x="26" y="13"/>
                  <a:pt x="26" y="13"/>
                </a:cubicBezTo>
                <a:cubicBezTo>
                  <a:pt x="26" y="13"/>
                  <a:pt x="26" y="13"/>
                  <a:pt x="26" y="13"/>
                </a:cubicBezTo>
                <a:cubicBezTo>
                  <a:pt x="26" y="32"/>
                  <a:pt x="26" y="32"/>
                  <a:pt x="26" y="32"/>
                </a:cubicBezTo>
                <a:cubicBezTo>
                  <a:pt x="30" y="32"/>
                  <a:pt x="30" y="32"/>
                  <a:pt x="30" y="32"/>
                </a:cubicBezTo>
                <a:lnTo>
                  <a:pt x="30" y="9"/>
                </a:lnTo>
                <a:close/>
              </a:path>
            </a:pathLst>
          </a:custGeom>
          <a:solidFill>
            <a:srgbClr val="0093A2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32" name="Oval 29">
            <a:extLst>
              <a:ext uri="{FF2B5EF4-FFF2-40B4-BE49-F238E27FC236}">
                <a16:creationId xmlns:a16="http://schemas.microsoft.com/office/drawing/2014/main" id="{CA856E63-EA8C-F626-52A4-8EE2B561ED97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08413" y="3272836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33" name="Freeform 30">
            <a:extLst>
              <a:ext uri="{FF2B5EF4-FFF2-40B4-BE49-F238E27FC236}">
                <a16:creationId xmlns:a16="http://schemas.microsoft.com/office/drawing/2014/main" id="{33E647C4-BBF9-3C51-15F7-C9BFDF0995C5}"/>
              </a:ext>
            </a:extLst>
          </p:cNvPr>
          <p:cNvSpPr>
            <a:spLocks noEditPoints="1"/>
          </p:cNvSpPr>
          <p:nvPr/>
        </p:nvSpPr>
        <p:spPr bwMode="auto">
          <a:xfrm>
            <a:off x="3816350" y="3280774"/>
            <a:ext cx="155575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16 w 41"/>
              <a:gd name="T11" fmla="*/ 9 h 41"/>
              <a:gd name="T12" fmla="*/ 13 w 41"/>
              <a:gd name="T13" fmla="*/ 9 h 41"/>
              <a:gd name="T14" fmla="*/ 8 w 41"/>
              <a:gd name="T15" fmla="*/ 12 h 41"/>
              <a:gd name="T16" fmla="*/ 9 w 41"/>
              <a:gd name="T17" fmla="*/ 15 h 41"/>
              <a:gd name="T18" fmla="*/ 12 w 41"/>
              <a:gd name="T19" fmla="*/ 13 h 41"/>
              <a:gd name="T20" fmla="*/ 12 w 41"/>
              <a:gd name="T21" fmla="*/ 13 h 41"/>
              <a:gd name="T22" fmla="*/ 12 w 41"/>
              <a:gd name="T23" fmla="*/ 32 h 41"/>
              <a:gd name="T24" fmla="*/ 16 w 41"/>
              <a:gd name="T25" fmla="*/ 32 h 41"/>
              <a:gd name="T26" fmla="*/ 16 w 41"/>
              <a:gd name="T27" fmla="*/ 9 h 41"/>
              <a:gd name="T28" fmla="*/ 34 w 41"/>
              <a:gd name="T29" fmla="*/ 29 h 41"/>
              <a:gd name="T30" fmla="*/ 26 w 41"/>
              <a:gd name="T31" fmla="*/ 29 h 41"/>
              <a:gd name="T32" fmla="*/ 26 w 41"/>
              <a:gd name="T33" fmla="*/ 29 h 41"/>
              <a:gd name="T34" fmla="*/ 28 w 41"/>
              <a:gd name="T35" fmla="*/ 27 h 41"/>
              <a:gd name="T36" fmla="*/ 34 w 41"/>
              <a:gd name="T37" fmla="*/ 16 h 41"/>
              <a:gd name="T38" fmla="*/ 27 w 41"/>
              <a:gd name="T39" fmla="*/ 9 h 41"/>
              <a:gd name="T40" fmla="*/ 21 w 41"/>
              <a:gd name="T41" fmla="*/ 11 h 41"/>
              <a:gd name="T42" fmla="*/ 22 w 41"/>
              <a:gd name="T43" fmla="*/ 14 h 41"/>
              <a:gd name="T44" fmla="*/ 26 w 41"/>
              <a:gd name="T45" fmla="*/ 12 h 41"/>
              <a:gd name="T46" fmla="*/ 30 w 41"/>
              <a:gd name="T47" fmla="*/ 16 h 41"/>
              <a:gd name="T48" fmla="*/ 23 w 41"/>
              <a:gd name="T49" fmla="*/ 27 h 41"/>
              <a:gd name="T50" fmla="*/ 20 w 41"/>
              <a:gd name="T51" fmla="*/ 30 h 41"/>
              <a:gd name="T52" fmla="*/ 20 w 41"/>
              <a:gd name="T53" fmla="*/ 32 h 41"/>
              <a:gd name="T54" fmla="*/ 34 w 41"/>
              <a:gd name="T55" fmla="*/ 32 h 41"/>
              <a:gd name="T56" fmla="*/ 34 w 41"/>
              <a:gd name="T57" fmla="*/ 29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16" y="9"/>
                </a:moveTo>
                <a:cubicBezTo>
                  <a:pt x="13" y="9"/>
                  <a:pt x="13" y="9"/>
                  <a:pt x="13" y="9"/>
                </a:cubicBezTo>
                <a:cubicBezTo>
                  <a:pt x="8" y="12"/>
                  <a:pt x="8" y="12"/>
                  <a:pt x="8" y="12"/>
                </a:cubicBezTo>
                <a:cubicBezTo>
                  <a:pt x="9" y="15"/>
                  <a:pt x="9" y="15"/>
                  <a:pt x="9" y="15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32"/>
                  <a:pt x="12" y="32"/>
                  <a:pt x="12" y="32"/>
                </a:cubicBezTo>
                <a:cubicBezTo>
                  <a:pt x="16" y="32"/>
                  <a:pt x="16" y="32"/>
                  <a:pt x="16" y="32"/>
                </a:cubicBezTo>
                <a:lnTo>
                  <a:pt x="16" y="9"/>
                </a:lnTo>
                <a:close/>
                <a:moveTo>
                  <a:pt x="34" y="29"/>
                </a:moveTo>
                <a:cubicBezTo>
                  <a:pt x="26" y="29"/>
                  <a:pt x="26" y="29"/>
                  <a:pt x="26" y="29"/>
                </a:cubicBezTo>
                <a:cubicBezTo>
                  <a:pt x="26" y="29"/>
                  <a:pt x="26" y="29"/>
                  <a:pt x="26" y="29"/>
                </a:cubicBezTo>
                <a:cubicBezTo>
                  <a:pt x="28" y="27"/>
                  <a:pt x="28" y="27"/>
                  <a:pt x="28" y="27"/>
                </a:cubicBezTo>
                <a:cubicBezTo>
                  <a:pt x="31" y="23"/>
                  <a:pt x="34" y="20"/>
                  <a:pt x="34" y="16"/>
                </a:cubicBezTo>
                <a:cubicBezTo>
                  <a:pt x="34" y="12"/>
                  <a:pt x="32" y="9"/>
                  <a:pt x="27" y="9"/>
                </a:cubicBezTo>
                <a:cubicBezTo>
                  <a:pt x="24" y="9"/>
                  <a:pt x="22" y="10"/>
                  <a:pt x="21" y="11"/>
                </a:cubicBezTo>
                <a:cubicBezTo>
                  <a:pt x="22" y="14"/>
                  <a:pt x="22" y="14"/>
                  <a:pt x="22" y="14"/>
                </a:cubicBezTo>
                <a:cubicBezTo>
                  <a:pt x="23" y="13"/>
                  <a:pt x="24" y="12"/>
                  <a:pt x="26" y="12"/>
                </a:cubicBezTo>
                <a:cubicBezTo>
                  <a:pt x="29" y="12"/>
                  <a:pt x="30" y="14"/>
                  <a:pt x="30" y="16"/>
                </a:cubicBezTo>
                <a:cubicBezTo>
                  <a:pt x="30" y="19"/>
                  <a:pt x="28" y="22"/>
                  <a:pt x="23" y="27"/>
                </a:cubicBezTo>
                <a:cubicBezTo>
                  <a:pt x="20" y="30"/>
                  <a:pt x="20" y="30"/>
                  <a:pt x="20" y="30"/>
                </a:cubicBezTo>
                <a:cubicBezTo>
                  <a:pt x="20" y="32"/>
                  <a:pt x="20" y="32"/>
                  <a:pt x="20" y="32"/>
                </a:cubicBezTo>
                <a:cubicBezTo>
                  <a:pt x="34" y="32"/>
                  <a:pt x="34" y="32"/>
                  <a:pt x="34" y="32"/>
                </a:cubicBezTo>
                <a:lnTo>
                  <a:pt x="34" y="29"/>
                </a:lnTo>
                <a:close/>
              </a:path>
            </a:pathLst>
          </a:custGeom>
          <a:solidFill>
            <a:srgbClr val="0093A2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34" name="Oval 31">
            <a:extLst>
              <a:ext uri="{FF2B5EF4-FFF2-40B4-BE49-F238E27FC236}">
                <a16:creationId xmlns:a16="http://schemas.microsoft.com/office/drawing/2014/main" id="{80E9D5DC-F56D-37C9-CB14-B0095C5EAD9A}"/>
              </a:ext>
            </a:extLst>
          </p:cNvPr>
          <p:cNvSpPr>
            <a:spLocks noChangeArrowheads="1"/>
          </p:cNvSpPr>
          <p:nvPr/>
        </p:nvSpPr>
        <p:spPr bwMode="auto">
          <a:xfrm>
            <a:off x="4081463" y="3272836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35" name="Freeform 32">
            <a:extLst>
              <a:ext uri="{FF2B5EF4-FFF2-40B4-BE49-F238E27FC236}">
                <a16:creationId xmlns:a16="http://schemas.microsoft.com/office/drawing/2014/main" id="{22B74862-A50A-05A6-BB7F-306987C70898}"/>
              </a:ext>
            </a:extLst>
          </p:cNvPr>
          <p:cNvSpPr>
            <a:spLocks noEditPoints="1"/>
          </p:cNvSpPr>
          <p:nvPr/>
        </p:nvSpPr>
        <p:spPr bwMode="auto">
          <a:xfrm>
            <a:off x="4087813" y="3280774"/>
            <a:ext cx="155575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16 w 41"/>
              <a:gd name="T11" fmla="*/ 9 h 41"/>
              <a:gd name="T12" fmla="*/ 13 w 41"/>
              <a:gd name="T13" fmla="*/ 9 h 41"/>
              <a:gd name="T14" fmla="*/ 8 w 41"/>
              <a:gd name="T15" fmla="*/ 12 h 41"/>
              <a:gd name="T16" fmla="*/ 8 w 41"/>
              <a:gd name="T17" fmla="*/ 15 h 41"/>
              <a:gd name="T18" fmla="*/ 12 w 41"/>
              <a:gd name="T19" fmla="*/ 13 h 41"/>
              <a:gd name="T20" fmla="*/ 12 w 41"/>
              <a:gd name="T21" fmla="*/ 13 h 41"/>
              <a:gd name="T22" fmla="*/ 12 w 41"/>
              <a:gd name="T23" fmla="*/ 32 h 41"/>
              <a:gd name="T24" fmla="*/ 16 w 41"/>
              <a:gd name="T25" fmla="*/ 32 h 41"/>
              <a:gd name="T26" fmla="*/ 16 w 41"/>
              <a:gd name="T27" fmla="*/ 9 h 41"/>
              <a:gd name="T28" fmla="*/ 34 w 41"/>
              <a:gd name="T29" fmla="*/ 26 h 41"/>
              <a:gd name="T30" fmla="*/ 29 w 41"/>
              <a:gd name="T31" fmla="*/ 20 h 41"/>
              <a:gd name="T32" fmla="*/ 29 w 41"/>
              <a:gd name="T33" fmla="*/ 20 h 41"/>
              <a:gd name="T34" fmla="*/ 33 w 41"/>
              <a:gd name="T35" fmla="*/ 15 h 41"/>
              <a:gd name="T36" fmla="*/ 27 w 41"/>
              <a:gd name="T37" fmla="*/ 9 h 41"/>
              <a:gd name="T38" fmla="*/ 21 w 41"/>
              <a:gd name="T39" fmla="*/ 11 h 41"/>
              <a:gd name="T40" fmla="*/ 22 w 41"/>
              <a:gd name="T41" fmla="*/ 14 h 41"/>
              <a:gd name="T42" fmla="*/ 26 w 41"/>
              <a:gd name="T43" fmla="*/ 12 h 41"/>
              <a:gd name="T44" fmla="*/ 29 w 41"/>
              <a:gd name="T45" fmla="*/ 15 h 41"/>
              <a:gd name="T46" fmla="*/ 25 w 41"/>
              <a:gd name="T47" fmla="*/ 18 h 41"/>
              <a:gd name="T48" fmla="*/ 23 w 41"/>
              <a:gd name="T49" fmla="*/ 18 h 41"/>
              <a:gd name="T50" fmla="*/ 23 w 41"/>
              <a:gd name="T51" fmla="*/ 22 h 41"/>
              <a:gd name="T52" fmla="*/ 25 w 41"/>
              <a:gd name="T53" fmla="*/ 22 h 41"/>
              <a:gd name="T54" fmla="*/ 30 w 41"/>
              <a:gd name="T55" fmla="*/ 25 h 41"/>
              <a:gd name="T56" fmla="*/ 26 w 41"/>
              <a:gd name="T57" fmla="*/ 29 h 41"/>
              <a:gd name="T58" fmla="*/ 21 w 41"/>
              <a:gd name="T59" fmla="*/ 28 h 41"/>
              <a:gd name="T60" fmla="*/ 20 w 41"/>
              <a:gd name="T61" fmla="*/ 31 h 41"/>
              <a:gd name="T62" fmla="*/ 26 w 41"/>
              <a:gd name="T63" fmla="*/ 33 h 41"/>
              <a:gd name="T64" fmla="*/ 34 w 41"/>
              <a:gd name="T65" fmla="*/ 26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16" y="9"/>
                </a:moveTo>
                <a:cubicBezTo>
                  <a:pt x="13" y="9"/>
                  <a:pt x="13" y="9"/>
                  <a:pt x="13" y="9"/>
                </a:cubicBezTo>
                <a:cubicBezTo>
                  <a:pt x="8" y="12"/>
                  <a:pt x="8" y="12"/>
                  <a:pt x="8" y="12"/>
                </a:cubicBezTo>
                <a:cubicBezTo>
                  <a:pt x="8" y="15"/>
                  <a:pt x="8" y="15"/>
                  <a:pt x="8" y="15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32"/>
                  <a:pt x="12" y="32"/>
                  <a:pt x="12" y="32"/>
                </a:cubicBezTo>
                <a:cubicBezTo>
                  <a:pt x="16" y="32"/>
                  <a:pt x="16" y="32"/>
                  <a:pt x="16" y="32"/>
                </a:cubicBezTo>
                <a:lnTo>
                  <a:pt x="16" y="9"/>
                </a:lnTo>
                <a:close/>
                <a:moveTo>
                  <a:pt x="34" y="26"/>
                </a:moveTo>
                <a:cubicBezTo>
                  <a:pt x="34" y="23"/>
                  <a:pt x="32" y="20"/>
                  <a:pt x="29" y="20"/>
                </a:cubicBezTo>
                <a:cubicBezTo>
                  <a:pt x="29" y="20"/>
                  <a:pt x="29" y="20"/>
                  <a:pt x="29" y="20"/>
                </a:cubicBezTo>
                <a:cubicBezTo>
                  <a:pt x="32" y="19"/>
                  <a:pt x="33" y="17"/>
                  <a:pt x="33" y="15"/>
                </a:cubicBezTo>
                <a:cubicBezTo>
                  <a:pt x="33" y="12"/>
                  <a:pt x="31" y="9"/>
                  <a:pt x="27" y="9"/>
                </a:cubicBezTo>
                <a:cubicBezTo>
                  <a:pt x="24" y="9"/>
                  <a:pt x="22" y="10"/>
                  <a:pt x="21" y="11"/>
                </a:cubicBezTo>
                <a:cubicBezTo>
                  <a:pt x="22" y="14"/>
                  <a:pt x="22" y="14"/>
                  <a:pt x="22" y="14"/>
                </a:cubicBezTo>
                <a:cubicBezTo>
                  <a:pt x="23" y="13"/>
                  <a:pt x="24" y="12"/>
                  <a:pt x="26" y="12"/>
                </a:cubicBezTo>
                <a:cubicBezTo>
                  <a:pt x="28" y="12"/>
                  <a:pt x="29" y="14"/>
                  <a:pt x="29" y="15"/>
                </a:cubicBezTo>
                <a:cubicBezTo>
                  <a:pt x="29" y="18"/>
                  <a:pt x="27" y="18"/>
                  <a:pt x="25" y="18"/>
                </a:cubicBezTo>
                <a:cubicBezTo>
                  <a:pt x="23" y="18"/>
                  <a:pt x="23" y="18"/>
                  <a:pt x="23" y="18"/>
                </a:cubicBezTo>
                <a:cubicBezTo>
                  <a:pt x="23" y="22"/>
                  <a:pt x="23" y="22"/>
                  <a:pt x="23" y="22"/>
                </a:cubicBezTo>
                <a:cubicBezTo>
                  <a:pt x="25" y="22"/>
                  <a:pt x="25" y="22"/>
                  <a:pt x="25" y="22"/>
                </a:cubicBezTo>
                <a:cubicBezTo>
                  <a:pt x="28" y="22"/>
                  <a:pt x="30" y="23"/>
                  <a:pt x="30" y="25"/>
                </a:cubicBezTo>
                <a:cubicBezTo>
                  <a:pt x="30" y="27"/>
                  <a:pt x="29" y="29"/>
                  <a:pt x="26" y="29"/>
                </a:cubicBezTo>
                <a:cubicBezTo>
                  <a:pt x="24" y="29"/>
                  <a:pt x="22" y="28"/>
                  <a:pt x="21" y="28"/>
                </a:cubicBezTo>
                <a:cubicBezTo>
                  <a:pt x="20" y="31"/>
                  <a:pt x="20" y="31"/>
                  <a:pt x="20" y="31"/>
                </a:cubicBezTo>
                <a:cubicBezTo>
                  <a:pt x="21" y="32"/>
                  <a:pt x="23" y="33"/>
                  <a:pt x="26" y="33"/>
                </a:cubicBezTo>
                <a:cubicBezTo>
                  <a:pt x="31" y="33"/>
                  <a:pt x="34" y="30"/>
                  <a:pt x="34" y="26"/>
                </a:cubicBezTo>
                <a:close/>
              </a:path>
            </a:pathLst>
          </a:custGeom>
          <a:solidFill>
            <a:srgbClr val="0093A2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0DFDABC8-264F-6E44-257F-714193AAC77E}"/>
              </a:ext>
            </a:extLst>
          </p:cNvPr>
          <p:cNvSpPr txBox="1"/>
          <p:nvPr/>
        </p:nvSpPr>
        <p:spPr>
          <a:xfrm>
            <a:off x="846138" y="2944328"/>
            <a:ext cx="2238375" cy="1692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1100" b="1" dirty="0"/>
              <a:t>인공지능개발솔루션</a:t>
            </a:r>
          </a:p>
        </p:txBody>
      </p:sp>
      <p:pic>
        <p:nvPicPr>
          <p:cNvPr id="40" name="그림 39">
            <a:extLst>
              <a:ext uri="{FF2B5EF4-FFF2-40B4-BE49-F238E27FC236}">
                <a16:creationId xmlns:a16="http://schemas.microsoft.com/office/drawing/2014/main" id="{CEB642F4-4ED5-46FC-8568-84B22635AEA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58110" y="3272836"/>
            <a:ext cx="180622" cy="214489"/>
          </a:xfrm>
          <a:prstGeom prst="rect">
            <a:avLst/>
          </a:prstGeom>
        </p:spPr>
      </p:pic>
      <p:sp>
        <p:nvSpPr>
          <p:cNvPr id="41" name="제목 40">
            <a:extLst>
              <a:ext uri="{FF2B5EF4-FFF2-40B4-BE49-F238E27FC236}">
                <a16:creationId xmlns:a16="http://schemas.microsoft.com/office/drawing/2014/main" id="{7BCB3D63-3602-1F31-6723-198DD0B868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스크린 캡쳐 이미지 그래픽 요소</a:t>
            </a:r>
          </a:p>
        </p:txBody>
      </p:sp>
      <p:sp>
        <p:nvSpPr>
          <p:cNvPr id="5" name="AutoShape 3">
            <a:extLst>
              <a:ext uri="{FF2B5EF4-FFF2-40B4-BE49-F238E27FC236}">
                <a16:creationId xmlns:a16="http://schemas.microsoft.com/office/drawing/2014/main" id="{77176DD2-DE3C-16CB-D9AC-03388BB1B7C8}"/>
              </a:ext>
            </a:extLst>
          </p:cNvPr>
          <p:cNvSpPr>
            <a:spLocks noChangeAspect="1" noChangeArrowheads="1" noTextEdit="1"/>
          </p:cNvSpPr>
          <p:nvPr/>
        </p:nvSpPr>
        <p:spPr bwMode="auto">
          <a:xfrm>
            <a:off x="854076" y="5940540"/>
            <a:ext cx="3714750" cy="180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0D791466-B04B-C470-DF10-1011D3FFE159}"/>
              </a:ext>
            </a:extLst>
          </p:cNvPr>
          <p:cNvSpPr>
            <a:spLocks noChangeArrowheads="1"/>
          </p:cNvSpPr>
          <p:nvPr/>
        </p:nvSpPr>
        <p:spPr bwMode="auto">
          <a:xfrm>
            <a:off x="2982914" y="5940540"/>
            <a:ext cx="173038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36" name="Freeform 6">
            <a:extLst>
              <a:ext uri="{FF2B5EF4-FFF2-40B4-BE49-F238E27FC236}">
                <a16:creationId xmlns:a16="http://schemas.microsoft.com/office/drawing/2014/main" id="{D53A373E-ECCD-0035-4B44-D99E285B30F1}"/>
              </a:ext>
            </a:extLst>
          </p:cNvPr>
          <p:cNvSpPr>
            <a:spLocks noEditPoints="1"/>
          </p:cNvSpPr>
          <p:nvPr/>
        </p:nvSpPr>
        <p:spPr bwMode="auto">
          <a:xfrm>
            <a:off x="2994026" y="5948478"/>
            <a:ext cx="155575" cy="165100"/>
          </a:xfrm>
          <a:custGeom>
            <a:avLst/>
            <a:gdLst>
              <a:gd name="T0" fmla="*/ 41 w 41"/>
              <a:gd name="T1" fmla="*/ 21 h 41"/>
              <a:gd name="T2" fmla="*/ 20 w 41"/>
              <a:gd name="T3" fmla="*/ 41 h 41"/>
              <a:gd name="T4" fmla="*/ 0 w 41"/>
              <a:gd name="T5" fmla="*/ 21 h 41"/>
              <a:gd name="T6" fmla="*/ 20 w 41"/>
              <a:gd name="T7" fmla="*/ 0 h 41"/>
              <a:gd name="T8" fmla="*/ 41 w 41"/>
              <a:gd name="T9" fmla="*/ 21 h 41"/>
              <a:gd name="T10" fmla="*/ 29 w 41"/>
              <a:gd name="T11" fmla="*/ 18 h 41"/>
              <a:gd name="T12" fmla="*/ 21 w 41"/>
              <a:gd name="T13" fmla="*/ 8 h 41"/>
              <a:gd name="T14" fmla="*/ 13 w 41"/>
              <a:gd name="T15" fmla="*/ 17 h 41"/>
              <a:gd name="T16" fmla="*/ 19 w 41"/>
              <a:gd name="T17" fmla="*/ 24 h 41"/>
              <a:gd name="T18" fmla="*/ 24 w 41"/>
              <a:gd name="T19" fmla="*/ 22 h 41"/>
              <a:gd name="T20" fmla="*/ 24 w 41"/>
              <a:gd name="T21" fmla="*/ 22 h 41"/>
              <a:gd name="T22" fmla="*/ 22 w 41"/>
              <a:gd name="T23" fmla="*/ 28 h 41"/>
              <a:gd name="T24" fmla="*/ 17 w 41"/>
              <a:gd name="T25" fmla="*/ 29 h 41"/>
              <a:gd name="T26" fmla="*/ 15 w 41"/>
              <a:gd name="T27" fmla="*/ 29 h 41"/>
              <a:gd name="T28" fmla="*/ 15 w 41"/>
              <a:gd name="T29" fmla="*/ 33 h 41"/>
              <a:gd name="T30" fmla="*/ 17 w 41"/>
              <a:gd name="T31" fmla="*/ 33 h 41"/>
              <a:gd name="T32" fmla="*/ 25 w 41"/>
              <a:gd name="T33" fmla="*/ 30 h 41"/>
              <a:gd name="T34" fmla="*/ 29 w 41"/>
              <a:gd name="T35" fmla="*/ 18 h 41"/>
              <a:gd name="T36" fmla="*/ 24 w 41"/>
              <a:gd name="T37" fmla="*/ 18 h 41"/>
              <a:gd name="T38" fmla="*/ 24 w 41"/>
              <a:gd name="T39" fmla="*/ 19 h 41"/>
              <a:gd name="T40" fmla="*/ 21 w 41"/>
              <a:gd name="T41" fmla="*/ 21 h 41"/>
              <a:gd name="T42" fmla="*/ 17 w 41"/>
              <a:gd name="T43" fmla="*/ 17 h 41"/>
              <a:gd name="T44" fmla="*/ 21 w 41"/>
              <a:gd name="T45" fmla="*/ 12 h 41"/>
              <a:gd name="T46" fmla="*/ 21 w 41"/>
              <a:gd name="T47" fmla="*/ 12 h 41"/>
              <a:gd name="T48" fmla="*/ 24 w 41"/>
              <a:gd name="T49" fmla="*/ 18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1" y="41"/>
                  <a:pt x="20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0" y="0"/>
                </a:cubicBezTo>
                <a:cubicBezTo>
                  <a:pt x="31" y="0"/>
                  <a:pt x="41" y="9"/>
                  <a:pt x="41" y="21"/>
                </a:cubicBezTo>
                <a:close/>
                <a:moveTo>
                  <a:pt x="29" y="18"/>
                </a:moveTo>
                <a:cubicBezTo>
                  <a:pt x="29" y="13"/>
                  <a:pt x="26" y="8"/>
                  <a:pt x="21" y="8"/>
                </a:cubicBezTo>
                <a:cubicBezTo>
                  <a:pt x="16" y="8"/>
                  <a:pt x="13" y="12"/>
                  <a:pt x="13" y="17"/>
                </a:cubicBezTo>
                <a:cubicBezTo>
                  <a:pt x="13" y="21"/>
                  <a:pt x="16" y="24"/>
                  <a:pt x="19" y="24"/>
                </a:cubicBezTo>
                <a:cubicBezTo>
                  <a:pt x="22" y="24"/>
                  <a:pt x="23" y="24"/>
                  <a:pt x="24" y="22"/>
                </a:cubicBezTo>
                <a:cubicBezTo>
                  <a:pt x="24" y="22"/>
                  <a:pt x="24" y="22"/>
                  <a:pt x="24" y="22"/>
                </a:cubicBezTo>
                <a:cubicBezTo>
                  <a:pt x="24" y="24"/>
                  <a:pt x="23" y="26"/>
                  <a:pt x="22" y="28"/>
                </a:cubicBezTo>
                <a:cubicBezTo>
                  <a:pt x="20" y="29"/>
                  <a:pt x="19" y="29"/>
                  <a:pt x="17" y="29"/>
                </a:cubicBezTo>
                <a:cubicBezTo>
                  <a:pt x="16" y="29"/>
                  <a:pt x="15" y="30"/>
                  <a:pt x="15" y="29"/>
                </a:cubicBezTo>
                <a:cubicBezTo>
                  <a:pt x="15" y="33"/>
                  <a:pt x="15" y="33"/>
                  <a:pt x="15" y="33"/>
                </a:cubicBezTo>
                <a:cubicBezTo>
                  <a:pt x="15" y="33"/>
                  <a:pt x="16" y="33"/>
                  <a:pt x="17" y="33"/>
                </a:cubicBezTo>
                <a:cubicBezTo>
                  <a:pt x="20" y="33"/>
                  <a:pt x="23" y="32"/>
                  <a:pt x="25" y="30"/>
                </a:cubicBezTo>
                <a:cubicBezTo>
                  <a:pt x="27" y="27"/>
                  <a:pt x="29" y="24"/>
                  <a:pt x="29" y="18"/>
                </a:cubicBezTo>
                <a:close/>
                <a:moveTo>
                  <a:pt x="24" y="18"/>
                </a:moveTo>
                <a:cubicBezTo>
                  <a:pt x="24" y="18"/>
                  <a:pt x="24" y="19"/>
                  <a:pt x="24" y="19"/>
                </a:cubicBezTo>
                <a:cubicBezTo>
                  <a:pt x="24" y="20"/>
                  <a:pt x="22" y="21"/>
                  <a:pt x="21" y="21"/>
                </a:cubicBezTo>
                <a:cubicBezTo>
                  <a:pt x="18" y="21"/>
                  <a:pt x="17" y="19"/>
                  <a:pt x="17" y="17"/>
                </a:cubicBezTo>
                <a:cubicBezTo>
                  <a:pt x="17" y="14"/>
                  <a:pt x="18" y="12"/>
                  <a:pt x="21" y="12"/>
                </a:cubicBezTo>
                <a:cubicBezTo>
                  <a:pt x="21" y="12"/>
                  <a:pt x="21" y="12"/>
                  <a:pt x="21" y="12"/>
                </a:cubicBezTo>
                <a:cubicBezTo>
                  <a:pt x="23" y="12"/>
                  <a:pt x="24" y="14"/>
                  <a:pt x="24" y="18"/>
                </a:cubicBezTo>
                <a:close/>
              </a:path>
            </a:pathLst>
          </a:custGeom>
          <a:solidFill>
            <a:srgbClr val="00956B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38" name="Oval 7">
            <a:extLst>
              <a:ext uri="{FF2B5EF4-FFF2-40B4-BE49-F238E27FC236}">
                <a16:creationId xmlns:a16="http://schemas.microsoft.com/office/drawing/2014/main" id="{F911A607-B576-C44C-EF02-CC5AAAFFA7C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98964" y="5940540"/>
            <a:ext cx="173038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39" name="Freeform 8">
            <a:extLst>
              <a:ext uri="{FF2B5EF4-FFF2-40B4-BE49-F238E27FC236}">
                <a16:creationId xmlns:a16="http://schemas.microsoft.com/office/drawing/2014/main" id="{4D502453-1FC6-6E04-9963-EE8C8BC1EE70}"/>
              </a:ext>
            </a:extLst>
          </p:cNvPr>
          <p:cNvSpPr>
            <a:spLocks noEditPoints="1"/>
          </p:cNvSpPr>
          <p:nvPr/>
        </p:nvSpPr>
        <p:spPr bwMode="auto">
          <a:xfrm>
            <a:off x="4410076" y="5948478"/>
            <a:ext cx="153988" cy="165100"/>
          </a:xfrm>
          <a:custGeom>
            <a:avLst/>
            <a:gdLst>
              <a:gd name="T0" fmla="*/ 41 w 41"/>
              <a:gd name="T1" fmla="*/ 21 h 41"/>
              <a:gd name="T2" fmla="*/ 20 w 41"/>
              <a:gd name="T3" fmla="*/ 41 h 41"/>
              <a:gd name="T4" fmla="*/ 0 w 41"/>
              <a:gd name="T5" fmla="*/ 21 h 41"/>
              <a:gd name="T6" fmla="*/ 20 w 41"/>
              <a:gd name="T7" fmla="*/ 0 h 41"/>
              <a:gd name="T8" fmla="*/ 41 w 41"/>
              <a:gd name="T9" fmla="*/ 21 h 41"/>
              <a:gd name="T10" fmla="*/ 16 w 41"/>
              <a:gd name="T11" fmla="*/ 9 h 41"/>
              <a:gd name="T12" fmla="*/ 12 w 41"/>
              <a:gd name="T13" fmla="*/ 9 h 41"/>
              <a:gd name="T14" fmla="*/ 7 w 41"/>
              <a:gd name="T15" fmla="*/ 12 h 41"/>
              <a:gd name="T16" fmla="*/ 8 w 41"/>
              <a:gd name="T17" fmla="*/ 15 h 41"/>
              <a:gd name="T18" fmla="*/ 12 w 41"/>
              <a:gd name="T19" fmla="*/ 13 h 41"/>
              <a:gd name="T20" fmla="*/ 12 w 41"/>
              <a:gd name="T21" fmla="*/ 13 h 41"/>
              <a:gd name="T22" fmla="*/ 12 w 41"/>
              <a:gd name="T23" fmla="*/ 32 h 41"/>
              <a:gd name="T24" fmla="*/ 16 w 41"/>
              <a:gd name="T25" fmla="*/ 32 h 41"/>
              <a:gd name="T26" fmla="*/ 16 w 41"/>
              <a:gd name="T27" fmla="*/ 9 h 41"/>
              <a:gd name="T28" fmla="*/ 35 w 41"/>
              <a:gd name="T29" fmla="*/ 26 h 41"/>
              <a:gd name="T30" fmla="*/ 35 w 41"/>
              <a:gd name="T31" fmla="*/ 23 h 41"/>
              <a:gd name="T32" fmla="*/ 32 w 41"/>
              <a:gd name="T33" fmla="*/ 23 h 41"/>
              <a:gd name="T34" fmla="*/ 32 w 41"/>
              <a:gd name="T35" fmla="*/ 9 h 41"/>
              <a:gd name="T36" fmla="*/ 27 w 41"/>
              <a:gd name="T37" fmla="*/ 9 h 41"/>
              <a:gd name="T38" fmla="*/ 19 w 41"/>
              <a:gd name="T39" fmla="*/ 24 h 41"/>
              <a:gd name="T40" fmla="*/ 19 w 41"/>
              <a:gd name="T41" fmla="*/ 26 h 41"/>
              <a:gd name="T42" fmla="*/ 28 w 41"/>
              <a:gd name="T43" fmla="*/ 26 h 41"/>
              <a:gd name="T44" fmla="*/ 28 w 41"/>
              <a:gd name="T45" fmla="*/ 32 h 41"/>
              <a:gd name="T46" fmla="*/ 32 w 41"/>
              <a:gd name="T47" fmla="*/ 32 h 41"/>
              <a:gd name="T48" fmla="*/ 32 w 41"/>
              <a:gd name="T49" fmla="*/ 26 h 41"/>
              <a:gd name="T50" fmla="*/ 35 w 41"/>
              <a:gd name="T51" fmla="*/ 26 h 41"/>
              <a:gd name="T52" fmla="*/ 28 w 41"/>
              <a:gd name="T53" fmla="*/ 13 h 41"/>
              <a:gd name="T54" fmla="*/ 28 w 41"/>
              <a:gd name="T55" fmla="*/ 13 h 41"/>
              <a:gd name="T56" fmla="*/ 28 w 41"/>
              <a:gd name="T57" fmla="*/ 17 h 41"/>
              <a:gd name="T58" fmla="*/ 28 w 41"/>
              <a:gd name="T59" fmla="*/ 23 h 41"/>
              <a:gd name="T60" fmla="*/ 23 w 41"/>
              <a:gd name="T61" fmla="*/ 23 h 41"/>
              <a:gd name="T62" fmla="*/ 23 w 41"/>
              <a:gd name="T63" fmla="*/ 23 h 41"/>
              <a:gd name="T64" fmla="*/ 27 w 41"/>
              <a:gd name="T65" fmla="*/ 17 h 41"/>
              <a:gd name="T66" fmla="*/ 28 w 41"/>
              <a:gd name="T67" fmla="*/ 13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1" y="41"/>
                  <a:pt x="20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0" y="0"/>
                </a:cubicBezTo>
                <a:cubicBezTo>
                  <a:pt x="31" y="0"/>
                  <a:pt x="41" y="9"/>
                  <a:pt x="41" y="21"/>
                </a:cubicBezTo>
                <a:close/>
                <a:moveTo>
                  <a:pt x="16" y="9"/>
                </a:moveTo>
                <a:cubicBezTo>
                  <a:pt x="12" y="9"/>
                  <a:pt x="12" y="9"/>
                  <a:pt x="12" y="9"/>
                </a:cubicBezTo>
                <a:cubicBezTo>
                  <a:pt x="7" y="12"/>
                  <a:pt x="7" y="12"/>
                  <a:pt x="7" y="12"/>
                </a:cubicBezTo>
                <a:cubicBezTo>
                  <a:pt x="8" y="15"/>
                  <a:pt x="8" y="15"/>
                  <a:pt x="8" y="15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32"/>
                  <a:pt x="12" y="32"/>
                  <a:pt x="12" y="32"/>
                </a:cubicBezTo>
                <a:cubicBezTo>
                  <a:pt x="16" y="32"/>
                  <a:pt x="16" y="32"/>
                  <a:pt x="16" y="32"/>
                </a:cubicBezTo>
                <a:lnTo>
                  <a:pt x="16" y="9"/>
                </a:lnTo>
                <a:close/>
                <a:moveTo>
                  <a:pt x="35" y="26"/>
                </a:moveTo>
                <a:cubicBezTo>
                  <a:pt x="35" y="23"/>
                  <a:pt x="35" y="23"/>
                  <a:pt x="35" y="23"/>
                </a:cubicBezTo>
                <a:cubicBezTo>
                  <a:pt x="32" y="23"/>
                  <a:pt x="32" y="23"/>
                  <a:pt x="32" y="23"/>
                </a:cubicBezTo>
                <a:cubicBezTo>
                  <a:pt x="32" y="9"/>
                  <a:pt x="32" y="9"/>
                  <a:pt x="32" y="9"/>
                </a:cubicBezTo>
                <a:cubicBezTo>
                  <a:pt x="27" y="9"/>
                  <a:pt x="27" y="9"/>
                  <a:pt x="27" y="9"/>
                </a:cubicBezTo>
                <a:cubicBezTo>
                  <a:pt x="19" y="24"/>
                  <a:pt x="19" y="24"/>
                  <a:pt x="19" y="24"/>
                </a:cubicBezTo>
                <a:cubicBezTo>
                  <a:pt x="19" y="26"/>
                  <a:pt x="19" y="26"/>
                  <a:pt x="19" y="26"/>
                </a:cubicBezTo>
                <a:cubicBezTo>
                  <a:pt x="28" y="26"/>
                  <a:pt x="28" y="26"/>
                  <a:pt x="28" y="26"/>
                </a:cubicBezTo>
                <a:cubicBezTo>
                  <a:pt x="28" y="32"/>
                  <a:pt x="28" y="32"/>
                  <a:pt x="28" y="32"/>
                </a:cubicBezTo>
                <a:cubicBezTo>
                  <a:pt x="32" y="32"/>
                  <a:pt x="32" y="32"/>
                  <a:pt x="32" y="32"/>
                </a:cubicBezTo>
                <a:cubicBezTo>
                  <a:pt x="32" y="26"/>
                  <a:pt x="32" y="26"/>
                  <a:pt x="32" y="26"/>
                </a:cubicBezTo>
                <a:lnTo>
                  <a:pt x="35" y="26"/>
                </a:lnTo>
                <a:close/>
                <a:moveTo>
                  <a:pt x="28" y="13"/>
                </a:moveTo>
                <a:cubicBezTo>
                  <a:pt x="28" y="13"/>
                  <a:pt x="28" y="13"/>
                  <a:pt x="28" y="13"/>
                </a:cubicBezTo>
                <a:cubicBezTo>
                  <a:pt x="28" y="14"/>
                  <a:pt x="28" y="16"/>
                  <a:pt x="28" y="17"/>
                </a:cubicBezTo>
                <a:cubicBezTo>
                  <a:pt x="28" y="23"/>
                  <a:pt x="28" y="23"/>
                  <a:pt x="28" y="23"/>
                </a:cubicBezTo>
                <a:cubicBezTo>
                  <a:pt x="23" y="23"/>
                  <a:pt x="23" y="23"/>
                  <a:pt x="23" y="23"/>
                </a:cubicBezTo>
                <a:cubicBezTo>
                  <a:pt x="23" y="23"/>
                  <a:pt x="23" y="23"/>
                  <a:pt x="23" y="23"/>
                </a:cubicBezTo>
                <a:cubicBezTo>
                  <a:pt x="27" y="17"/>
                  <a:pt x="27" y="17"/>
                  <a:pt x="27" y="17"/>
                </a:cubicBezTo>
                <a:cubicBezTo>
                  <a:pt x="27" y="16"/>
                  <a:pt x="28" y="14"/>
                  <a:pt x="28" y="13"/>
                </a:cubicBezTo>
                <a:close/>
              </a:path>
            </a:pathLst>
          </a:custGeom>
          <a:solidFill>
            <a:srgbClr val="00956B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42" name="Oval 9">
            <a:extLst>
              <a:ext uri="{FF2B5EF4-FFF2-40B4-BE49-F238E27FC236}">
                <a16:creationId xmlns:a16="http://schemas.microsoft.com/office/drawing/2014/main" id="{7D573B98-5182-3BA7-DDA2-6CA7FBC46B00}"/>
              </a:ext>
            </a:extLst>
          </p:cNvPr>
          <p:cNvSpPr>
            <a:spLocks noChangeArrowheads="1"/>
          </p:cNvSpPr>
          <p:nvPr/>
        </p:nvSpPr>
        <p:spPr bwMode="auto">
          <a:xfrm>
            <a:off x="854076" y="5940540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43" name="Freeform 10">
            <a:extLst>
              <a:ext uri="{FF2B5EF4-FFF2-40B4-BE49-F238E27FC236}">
                <a16:creationId xmlns:a16="http://schemas.microsoft.com/office/drawing/2014/main" id="{948985C5-D936-1D3D-CA60-ECA3D745C88B}"/>
              </a:ext>
            </a:extLst>
          </p:cNvPr>
          <p:cNvSpPr>
            <a:spLocks noEditPoints="1"/>
          </p:cNvSpPr>
          <p:nvPr/>
        </p:nvSpPr>
        <p:spPr bwMode="auto">
          <a:xfrm>
            <a:off x="862014" y="5948478"/>
            <a:ext cx="153988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4 w 41"/>
              <a:gd name="T11" fmla="*/ 9 h 41"/>
              <a:gd name="T12" fmla="*/ 21 w 41"/>
              <a:gd name="T13" fmla="*/ 9 h 41"/>
              <a:gd name="T14" fmla="*/ 15 w 41"/>
              <a:gd name="T15" fmla="*/ 12 h 41"/>
              <a:gd name="T16" fmla="*/ 16 w 41"/>
              <a:gd name="T17" fmla="*/ 15 h 41"/>
              <a:gd name="T18" fmla="*/ 20 w 41"/>
              <a:gd name="T19" fmla="*/ 13 h 41"/>
              <a:gd name="T20" fmla="*/ 20 w 41"/>
              <a:gd name="T21" fmla="*/ 13 h 41"/>
              <a:gd name="T22" fmla="*/ 20 w 41"/>
              <a:gd name="T23" fmla="*/ 33 h 41"/>
              <a:gd name="T24" fmla="*/ 24 w 41"/>
              <a:gd name="T25" fmla="*/ 33 h 41"/>
              <a:gd name="T26" fmla="*/ 24 w 41"/>
              <a:gd name="T27" fmla="*/ 9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4" y="9"/>
                </a:moveTo>
                <a:cubicBezTo>
                  <a:pt x="21" y="9"/>
                  <a:pt x="21" y="9"/>
                  <a:pt x="21" y="9"/>
                </a:cubicBezTo>
                <a:cubicBezTo>
                  <a:pt x="15" y="12"/>
                  <a:pt x="15" y="12"/>
                  <a:pt x="15" y="12"/>
                </a:cubicBezTo>
                <a:cubicBezTo>
                  <a:pt x="16" y="15"/>
                  <a:pt x="16" y="15"/>
                  <a:pt x="16" y="15"/>
                </a:cubicBezTo>
                <a:cubicBezTo>
                  <a:pt x="20" y="13"/>
                  <a:pt x="20" y="13"/>
                  <a:pt x="20" y="13"/>
                </a:cubicBezTo>
                <a:cubicBezTo>
                  <a:pt x="20" y="13"/>
                  <a:pt x="20" y="13"/>
                  <a:pt x="20" y="13"/>
                </a:cubicBezTo>
                <a:cubicBezTo>
                  <a:pt x="20" y="33"/>
                  <a:pt x="20" y="33"/>
                  <a:pt x="20" y="33"/>
                </a:cubicBezTo>
                <a:cubicBezTo>
                  <a:pt x="24" y="33"/>
                  <a:pt x="24" y="33"/>
                  <a:pt x="24" y="33"/>
                </a:cubicBezTo>
                <a:lnTo>
                  <a:pt x="24" y="9"/>
                </a:lnTo>
                <a:close/>
              </a:path>
            </a:pathLst>
          </a:custGeom>
          <a:solidFill>
            <a:srgbClr val="00956B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44" name="Oval 11">
            <a:extLst>
              <a:ext uri="{FF2B5EF4-FFF2-40B4-BE49-F238E27FC236}">
                <a16:creationId xmlns:a16="http://schemas.microsoft.com/office/drawing/2014/main" id="{F3D0CEBF-22F3-1243-2C2C-0D9F8A1055A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87439" y="5940540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45" name="Freeform 12">
            <a:extLst>
              <a:ext uri="{FF2B5EF4-FFF2-40B4-BE49-F238E27FC236}">
                <a16:creationId xmlns:a16="http://schemas.microsoft.com/office/drawing/2014/main" id="{871BC1C1-0E6D-DB41-C065-5344F359F1B7}"/>
              </a:ext>
            </a:extLst>
          </p:cNvPr>
          <p:cNvSpPr>
            <a:spLocks noEditPoints="1"/>
          </p:cNvSpPr>
          <p:nvPr/>
        </p:nvSpPr>
        <p:spPr bwMode="auto">
          <a:xfrm>
            <a:off x="1095376" y="5948478"/>
            <a:ext cx="155575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9 w 41"/>
              <a:gd name="T11" fmla="*/ 29 h 41"/>
              <a:gd name="T12" fmla="*/ 20 w 41"/>
              <a:gd name="T13" fmla="*/ 29 h 41"/>
              <a:gd name="T14" fmla="*/ 20 w 41"/>
              <a:gd name="T15" fmla="*/ 29 h 41"/>
              <a:gd name="T16" fmla="*/ 22 w 41"/>
              <a:gd name="T17" fmla="*/ 27 h 41"/>
              <a:gd name="T18" fmla="*/ 28 w 41"/>
              <a:gd name="T19" fmla="*/ 16 h 41"/>
              <a:gd name="T20" fmla="*/ 21 w 41"/>
              <a:gd name="T21" fmla="*/ 8 h 41"/>
              <a:gd name="T22" fmla="*/ 14 w 41"/>
              <a:gd name="T23" fmla="*/ 11 h 41"/>
              <a:gd name="T24" fmla="*/ 15 w 41"/>
              <a:gd name="T25" fmla="*/ 14 h 41"/>
              <a:gd name="T26" fmla="*/ 20 w 41"/>
              <a:gd name="T27" fmla="*/ 12 h 41"/>
              <a:gd name="T28" fmla="*/ 24 w 41"/>
              <a:gd name="T29" fmla="*/ 16 h 41"/>
              <a:gd name="T30" fmla="*/ 16 w 41"/>
              <a:gd name="T31" fmla="*/ 27 h 41"/>
              <a:gd name="T32" fmla="*/ 14 w 41"/>
              <a:gd name="T33" fmla="*/ 30 h 41"/>
              <a:gd name="T34" fmla="*/ 14 w 41"/>
              <a:gd name="T35" fmla="*/ 33 h 41"/>
              <a:gd name="T36" fmla="*/ 29 w 41"/>
              <a:gd name="T37" fmla="*/ 33 h 41"/>
              <a:gd name="T38" fmla="*/ 29 w 41"/>
              <a:gd name="T39" fmla="*/ 29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29"/>
                </a:moveTo>
                <a:cubicBezTo>
                  <a:pt x="20" y="29"/>
                  <a:pt x="20" y="29"/>
                  <a:pt x="20" y="29"/>
                </a:cubicBezTo>
                <a:cubicBezTo>
                  <a:pt x="20" y="29"/>
                  <a:pt x="20" y="29"/>
                  <a:pt x="20" y="29"/>
                </a:cubicBezTo>
                <a:cubicBezTo>
                  <a:pt x="22" y="27"/>
                  <a:pt x="22" y="27"/>
                  <a:pt x="22" y="27"/>
                </a:cubicBezTo>
                <a:cubicBezTo>
                  <a:pt x="25" y="23"/>
                  <a:pt x="28" y="20"/>
                  <a:pt x="28" y="16"/>
                </a:cubicBezTo>
                <a:cubicBezTo>
                  <a:pt x="28" y="12"/>
                  <a:pt x="26" y="8"/>
                  <a:pt x="21" y="8"/>
                </a:cubicBezTo>
                <a:cubicBezTo>
                  <a:pt x="18" y="8"/>
                  <a:pt x="16" y="9"/>
                  <a:pt x="14" y="11"/>
                </a:cubicBezTo>
                <a:cubicBezTo>
                  <a:pt x="15" y="14"/>
                  <a:pt x="15" y="14"/>
                  <a:pt x="15" y="14"/>
                </a:cubicBezTo>
                <a:cubicBezTo>
                  <a:pt x="16" y="13"/>
                  <a:pt x="18" y="12"/>
                  <a:pt x="20" y="12"/>
                </a:cubicBezTo>
                <a:cubicBezTo>
                  <a:pt x="23" y="12"/>
                  <a:pt x="24" y="14"/>
                  <a:pt x="24" y="16"/>
                </a:cubicBezTo>
                <a:cubicBezTo>
                  <a:pt x="24" y="19"/>
                  <a:pt x="21" y="22"/>
                  <a:pt x="16" y="27"/>
                </a:cubicBezTo>
                <a:cubicBezTo>
                  <a:pt x="14" y="30"/>
                  <a:pt x="14" y="30"/>
                  <a:pt x="14" y="30"/>
                </a:cubicBezTo>
                <a:cubicBezTo>
                  <a:pt x="14" y="33"/>
                  <a:pt x="14" y="33"/>
                  <a:pt x="14" y="33"/>
                </a:cubicBezTo>
                <a:cubicBezTo>
                  <a:pt x="29" y="33"/>
                  <a:pt x="29" y="33"/>
                  <a:pt x="29" y="33"/>
                </a:cubicBezTo>
                <a:lnTo>
                  <a:pt x="29" y="29"/>
                </a:lnTo>
                <a:close/>
              </a:path>
            </a:pathLst>
          </a:custGeom>
          <a:solidFill>
            <a:srgbClr val="00956B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46" name="Oval 13">
            <a:extLst>
              <a:ext uri="{FF2B5EF4-FFF2-40B4-BE49-F238E27FC236}">
                <a16:creationId xmlns:a16="http://schemas.microsoft.com/office/drawing/2014/main" id="{96E76262-80FA-CB44-597F-E80A64542811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60489" y="5940540"/>
            <a:ext cx="173038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47" name="Freeform 14">
            <a:extLst>
              <a:ext uri="{FF2B5EF4-FFF2-40B4-BE49-F238E27FC236}">
                <a16:creationId xmlns:a16="http://schemas.microsoft.com/office/drawing/2014/main" id="{CAE58A60-A0B5-80F3-37FF-10D764233632}"/>
              </a:ext>
            </a:extLst>
          </p:cNvPr>
          <p:cNvSpPr>
            <a:spLocks noEditPoints="1"/>
          </p:cNvSpPr>
          <p:nvPr/>
        </p:nvSpPr>
        <p:spPr bwMode="auto">
          <a:xfrm>
            <a:off x="1366839" y="5948478"/>
            <a:ext cx="155575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9 w 41"/>
              <a:gd name="T11" fmla="*/ 26 h 41"/>
              <a:gd name="T12" fmla="*/ 24 w 41"/>
              <a:gd name="T13" fmla="*/ 20 h 41"/>
              <a:gd name="T14" fmla="*/ 24 w 41"/>
              <a:gd name="T15" fmla="*/ 20 h 41"/>
              <a:gd name="T16" fmla="*/ 28 w 41"/>
              <a:gd name="T17" fmla="*/ 14 h 41"/>
              <a:gd name="T18" fmla="*/ 21 w 41"/>
              <a:gd name="T19" fmla="*/ 8 h 41"/>
              <a:gd name="T20" fmla="*/ 15 w 41"/>
              <a:gd name="T21" fmla="*/ 10 h 41"/>
              <a:gd name="T22" fmla="*/ 16 w 41"/>
              <a:gd name="T23" fmla="*/ 13 h 41"/>
              <a:gd name="T24" fmla="*/ 20 w 41"/>
              <a:gd name="T25" fmla="*/ 12 h 41"/>
              <a:gd name="T26" fmla="*/ 24 w 41"/>
              <a:gd name="T27" fmla="*/ 15 h 41"/>
              <a:gd name="T28" fmla="*/ 19 w 41"/>
              <a:gd name="T29" fmla="*/ 18 h 41"/>
              <a:gd name="T30" fmla="*/ 17 w 41"/>
              <a:gd name="T31" fmla="*/ 18 h 41"/>
              <a:gd name="T32" fmla="*/ 17 w 41"/>
              <a:gd name="T33" fmla="*/ 22 h 41"/>
              <a:gd name="T34" fmla="*/ 19 w 41"/>
              <a:gd name="T35" fmla="*/ 22 h 41"/>
              <a:gd name="T36" fmla="*/ 24 w 41"/>
              <a:gd name="T37" fmla="*/ 26 h 41"/>
              <a:gd name="T38" fmla="*/ 20 w 41"/>
              <a:gd name="T39" fmla="*/ 29 h 41"/>
              <a:gd name="T40" fmla="*/ 15 w 41"/>
              <a:gd name="T41" fmla="*/ 28 h 41"/>
              <a:gd name="T42" fmla="*/ 14 w 41"/>
              <a:gd name="T43" fmla="*/ 31 h 41"/>
              <a:gd name="T44" fmla="*/ 20 w 41"/>
              <a:gd name="T45" fmla="*/ 33 h 41"/>
              <a:gd name="T46" fmla="*/ 29 w 41"/>
              <a:gd name="T47" fmla="*/ 26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10" y="41"/>
                  <a:pt x="0" y="32"/>
                  <a:pt x="0" y="21"/>
                </a:cubicBezTo>
                <a:cubicBezTo>
                  <a:pt x="0" y="9"/>
                  <a:pt x="10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26"/>
                </a:moveTo>
                <a:cubicBezTo>
                  <a:pt x="29" y="23"/>
                  <a:pt x="26" y="20"/>
                  <a:pt x="24" y="20"/>
                </a:cubicBezTo>
                <a:cubicBezTo>
                  <a:pt x="24" y="20"/>
                  <a:pt x="24" y="20"/>
                  <a:pt x="24" y="20"/>
                </a:cubicBezTo>
                <a:cubicBezTo>
                  <a:pt x="26" y="19"/>
                  <a:pt x="28" y="17"/>
                  <a:pt x="28" y="14"/>
                </a:cubicBezTo>
                <a:cubicBezTo>
                  <a:pt x="28" y="11"/>
                  <a:pt x="25" y="8"/>
                  <a:pt x="21" y="8"/>
                </a:cubicBezTo>
                <a:cubicBezTo>
                  <a:pt x="18" y="8"/>
                  <a:pt x="16" y="9"/>
                  <a:pt x="15" y="10"/>
                </a:cubicBezTo>
                <a:cubicBezTo>
                  <a:pt x="16" y="13"/>
                  <a:pt x="16" y="13"/>
                  <a:pt x="16" y="13"/>
                </a:cubicBezTo>
                <a:cubicBezTo>
                  <a:pt x="16" y="13"/>
                  <a:pt x="18" y="12"/>
                  <a:pt x="20" y="12"/>
                </a:cubicBezTo>
                <a:cubicBezTo>
                  <a:pt x="22" y="12"/>
                  <a:pt x="24" y="13"/>
                  <a:pt x="24" y="15"/>
                </a:cubicBezTo>
                <a:cubicBezTo>
                  <a:pt x="24" y="17"/>
                  <a:pt x="21" y="18"/>
                  <a:pt x="19" y="18"/>
                </a:cubicBezTo>
                <a:cubicBezTo>
                  <a:pt x="17" y="18"/>
                  <a:pt x="17" y="18"/>
                  <a:pt x="17" y="18"/>
                </a:cubicBezTo>
                <a:cubicBezTo>
                  <a:pt x="17" y="22"/>
                  <a:pt x="17" y="22"/>
                  <a:pt x="17" y="22"/>
                </a:cubicBezTo>
                <a:cubicBezTo>
                  <a:pt x="19" y="22"/>
                  <a:pt x="19" y="22"/>
                  <a:pt x="19" y="22"/>
                </a:cubicBezTo>
                <a:cubicBezTo>
                  <a:pt x="22" y="22"/>
                  <a:pt x="24" y="23"/>
                  <a:pt x="24" y="26"/>
                </a:cubicBezTo>
                <a:cubicBezTo>
                  <a:pt x="24" y="28"/>
                  <a:pt x="23" y="29"/>
                  <a:pt x="20" y="29"/>
                </a:cubicBezTo>
                <a:cubicBezTo>
                  <a:pt x="18" y="29"/>
                  <a:pt x="16" y="29"/>
                  <a:pt x="15" y="28"/>
                </a:cubicBezTo>
                <a:cubicBezTo>
                  <a:pt x="14" y="31"/>
                  <a:pt x="14" y="31"/>
                  <a:pt x="14" y="31"/>
                </a:cubicBezTo>
                <a:cubicBezTo>
                  <a:pt x="15" y="32"/>
                  <a:pt x="17" y="33"/>
                  <a:pt x="20" y="33"/>
                </a:cubicBezTo>
                <a:cubicBezTo>
                  <a:pt x="25" y="33"/>
                  <a:pt x="29" y="30"/>
                  <a:pt x="29" y="26"/>
                </a:cubicBezTo>
                <a:close/>
              </a:path>
            </a:pathLst>
          </a:custGeom>
          <a:solidFill>
            <a:srgbClr val="00956B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48" name="Oval 15">
            <a:extLst>
              <a:ext uri="{FF2B5EF4-FFF2-40B4-BE49-F238E27FC236}">
                <a16:creationId xmlns:a16="http://schemas.microsoft.com/office/drawing/2014/main" id="{50A15894-0B9B-DA65-D7A0-8624F126E7E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643064" y="5940540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49" name="Freeform 16">
            <a:extLst>
              <a:ext uri="{FF2B5EF4-FFF2-40B4-BE49-F238E27FC236}">
                <a16:creationId xmlns:a16="http://schemas.microsoft.com/office/drawing/2014/main" id="{770BA97B-6061-1817-E67C-044FA69E4A9D}"/>
              </a:ext>
            </a:extLst>
          </p:cNvPr>
          <p:cNvSpPr>
            <a:spLocks noEditPoints="1"/>
          </p:cNvSpPr>
          <p:nvPr/>
        </p:nvSpPr>
        <p:spPr bwMode="auto">
          <a:xfrm>
            <a:off x="1651001" y="5948478"/>
            <a:ext cx="153988" cy="165100"/>
          </a:xfrm>
          <a:custGeom>
            <a:avLst/>
            <a:gdLst>
              <a:gd name="T0" fmla="*/ 41 w 41"/>
              <a:gd name="T1" fmla="*/ 21 h 41"/>
              <a:gd name="T2" fmla="*/ 20 w 41"/>
              <a:gd name="T3" fmla="*/ 41 h 41"/>
              <a:gd name="T4" fmla="*/ 0 w 41"/>
              <a:gd name="T5" fmla="*/ 21 h 41"/>
              <a:gd name="T6" fmla="*/ 20 w 41"/>
              <a:gd name="T7" fmla="*/ 0 h 41"/>
              <a:gd name="T8" fmla="*/ 41 w 41"/>
              <a:gd name="T9" fmla="*/ 21 h 41"/>
              <a:gd name="T10" fmla="*/ 29 w 41"/>
              <a:gd name="T11" fmla="*/ 23 h 41"/>
              <a:gd name="T12" fmla="*/ 26 w 41"/>
              <a:gd name="T13" fmla="*/ 23 h 41"/>
              <a:gd name="T14" fmla="*/ 26 w 41"/>
              <a:gd name="T15" fmla="*/ 9 h 41"/>
              <a:gd name="T16" fmla="*/ 22 w 41"/>
              <a:gd name="T17" fmla="*/ 9 h 41"/>
              <a:gd name="T18" fmla="*/ 13 w 41"/>
              <a:gd name="T19" fmla="*/ 24 h 41"/>
              <a:gd name="T20" fmla="*/ 13 w 41"/>
              <a:gd name="T21" fmla="*/ 27 h 41"/>
              <a:gd name="T22" fmla="*/ 23 w 41"/>
              <a:gd name="T23" fmla="*/ 27 h 41"/>
              <a:gd name="T24" fmla="*/ 23 w 41"/>
              <a:gd name="T25" fmla="*/ 33 h 41"/>
              <a:gd name="T26" fmla="*/ 26 w 41"/>
              <a:gd name="T27" fmla="*/ 33 h 41"/>
              <a:gd name="T28" fmla="*/ 26 w 41"/>
              <a:gd name="T29" fmla="*/ 27 h 41"/>
              <a:gd name="T30" fmla="*/ 29 w 41"/>
              <a:gd name="T31" fmla="*/ 27 h 41"/>
              <a:gd name="T32" fmla="*/ 29 w 41"/>
              <a:gd name="T33" fmla="*/ 23 h 41"/>
              <a:gd name="T34" fmla="*/ 23 w 41"/>
              <a:gd name="T35" fmla="*/ 12 h 41"/>
              <a:gd name="T36" fmla="*/ 23 w 41"/>
              <a:gd name="T37" fmla="*/ 12 h 41"/>
              <a:gd name="T38" fmla="*/ 23 w 41"/>
              <a:gd name="T39" fmla="*/ 17 h 41"/>
              <a:gd name="T40" fmla="*/ 23 w 41"/>
              <a:gd name="T41" fmla="*/ 23 h 41"/>
              <a:gd name="T42" fmla="*/ 17 w 41"/>
              <a:gd name="T43" fmla="*/ 23 h 41"/>
              <a:gd name="T44" fmla="*/ 17 w 41"/>
              <a:gd name="T45" fmla="*/ 23 h 41"/>
              <a:gd name="T46" fmla="*/ 21 w 41"/>
              <a:gd name="T47" fmla="*/ 16 h 41"/>
              <a:gd name="T48" fmla="*/ 23 w 41"/>
              <a:gd name="T49" fmla="*/ 12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0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0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23"/>
                </a:moveTo>
                <a:cubicBezTo>
                  <a:pt x="26" y="23"/>
                  <a:pt x="26" y="23"/>
                  <a:pt x="26" y="23"/>
                </a:cubicBezTo>
                <a:cubicBezTo>
                  <a:pt x="26" y="9"/>
                  <a:pt x="26" y="9"/>
                  <a:pt x="26" y="9"/>
                </a:cubicBezTo>
                <a:cubicBezTo>
                  <a:pt x="22" y="9"/>
                  <a:pt x="22" y="9"/>
                  <a:pt x="22" y="9"/>
                </a:cubicBezTo>
                <a:cubicBezTo>
                  <a:pt x="13" y="24"/>
                  <a:pt x="13" y="24"/>
                  <a:pt x="13" y="24"/>
                </a:cubicBezTo>
                <a:cubicBezTo>
                  <a:pt x="13" y="27"/>
                  <a:pt x="13" y="27"/>
                  <a:pt x="13" y="27"/>
                </a:cubicBezTo>
                <a:cubicBezTo>
                  <a:pt x="23" y="27"/>
                  <a:pt x="23" y="27"/>
                  <a:pt x="23" y="27"/>
                </a:cubicBezTo>
                <a:cubicBezTo>
                  <a:pt x="23" y="33"/>
                  <a:pt x="23" y="33"/>
                  <a:pt x="23" y="33"/>
                </a:cubicBezTo>
                <a:cubicBezTo>
                  <a:pt x="26" y="33"/>
                  <a:pt x="26" y="33"/>
                  <a:pt x="26" y="33"/>
                </a:cubicBezTo>
                <a:cubicBezTo>
                  <a:pt x="26" y="27"/>
                  <a:pt x="26" y="27"/>
                  <a:pt x="26" y="27"/>
                </a:cubicBezTo>
                <a:cubicBezTo>
                  <a:pt x="29" y="27"/>
                  <a:pt x="29" y="27"/>
                  <a:pt x="29" y="27"/>
                </a:cubicBezTo>
                <a:lnTo>
                  <a:pt x="29" y="23"/>
                </a:lnTo>
                <a:close/>
                <a:moveTo>
                  <a:pt x="23" y="12"/>
                </a:moveTo>
                <a:cubicBezTo>
                  <a:pt x="23" y="12"/>
                  <a:pt x="23" y="12"/>
                  <a:pt x="23" y="12"/>
                </a:cubicBezTo>
                <a:cubicBezTo>
                  <a:pt x="23" y="14"/>
                  <a:pt x="23" y="15"/>
                  <a:pt x="23" y="17"/>
                </a:cubicBezTo>
                <a:cubicBezTo>
                  <a:pt x="23" y="23"/>
                  <a:pt x="23" y="23"/>
                  <a:pt x="23" y="23"/>
                </a:cubicBezTo>
                <a:cubicBezTo>
                  <a:pt x="17" y="23"/>
                  <a:pt x="17" y="23"/>
                  <a:pt x="17" y="23"/>
                </a:cubicBezTo>
                <a:cubicBezTo>
                  <a:pt x="17" y="23"/>
                  <a:pt x="17" y="23"/>
                  <a:pt x="17" y="23"/>
                </a:cubicBezTo>
                <a:cubicBezTo>
                  <a:pt x="21" y="16"/>
                  <a:pt x="21" y="16"/>
                  <a:pt x="21" y="16"/>
                </a:cubicBezTo>
                <a:cubicBezTo>
                  <a:pt x="21" y="15"/>
                  <a:pt x="22" y="14"/>
                  <a:pt x="23" y="12"/>
                </a:cubicBezTo>
                <a:close/>
              </a:path>
            </a:pathLst>
          </a:custGeom>
          <a:solidFill>
            <a:srgbClr val="00956B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50" name="Oval 17">
            <a:extLst>
              <a:ext uri="{FF2B5EF4-FFF2-40B4-BE49-F238E27FC236}">
                <a16:creationId xmlns:a16="http://schemas.microsoft.com/office/drawing/2014/main" id="{CB8EFB15-C997-0315-4B4C-75EE3939669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11351" y="5940540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51" name="Freeform 18">
            <a:extLst>
              <a:ext uri="{FF2B5EF4-FFF2-40B4-BE49-F238E27FC236}">
                <a16:creationId xmlns:a16="http://schemas.microsoft.com/office/drawing/2014/main" id="{F0A22E89-3320-F6E5-8887-3D396F0E195B}"/>
              </a:ext>
            </a:extLst>
          </p:cNvPr>
          <p:cNvSpPr>
            <a:spLocks noEditPoints="1"/>
          </p:cNvSpPr>
          <p:nvPr/>
        </p:nvSpPr>
        <p:spPr bwMode="auto">
          <a:xfrm>
            <a:off x="1917701" y="5948478"/>
            <a:ext cx="155575" cy="165100"/>
          </a:xfrm>
          <a:custGeom>
            <a:avLst/>
            <a:gdLst>
              <a:gd name="T0" fmla="*/ 41 w 41"/>
              <a:gd name="T1" fmla="*/ 21 h 41"/>
              <a:gd name="T2" fmla="*/ 20 w 41"/>
              <a:gd name="T3" fmla="*/ 41 h 41"/>
              <a:gd name="T4" fmla="*/ 0 w 41"/>
              <a:gd name="T5" fmla="*/ 21 h 41"/>
              <a:gd name="T6" fmla="*/ 20 w 41"/>
              <a:gd name="T7" fmla="*/ 0 h 41"/>
              <a:gd name="T8" fmla="*/ 41 w 41"/>
              <a:gd name="T9" fmla="*/ 21 h 41"/>
              <a:gd name="T10" fmla="*/ 28 w 41"/>
              <a:gd name="T11" fmla="*/ 25 h 41"/>
              <a:gd name="T12" fmla="*/ 25 w 41"/>
              <a:gd name="T13" fmla="*/ 19 h 41"/>
              <a:gd name="T14" fmla="*/ 20 w 41"/>
              <a:gd name="T15" fmla="*/ 17 h 41"/>
              <a:gd name="T16" fmla="*/ 18 w 41"/>
              <a:gd name="T17" fmla="*/ 17 h 41"/>
              <a:gd name="T18" fmla="*/ 19 w 41"/>
              <a:gd name="T19" fmla="*/ 12 h 41"/>
              <a:gd name="T20" fmla="*/ 27 w 41"/>
              <a:gd name="T21" fmla="*/ 12 h 41"/>
              <a:gd name="T22" fmla="*/ 27 w 41"/>
              <a:gd name="T23" fmla="*/ 9 h 41"/>
              <a:gd name="T24" fmla="*/ 16 w 41"/>
              <a:gd name="T25" fmla="*/ 9 h 41"/>
              <a:gd name="T26" fmla="*/ 15 w 41"/>
              <a:gd name="T27" fmla="*/ 21 h 41"/>
              <a:gd name="T28" fmla="*/ 18 w 41"/>
              <a:gd name="T29" fmla="*/ 21 h 41"/>
              <a:gd name="T30" fmla="*/ 24 w 41"/>
              <a:gd name="T31" fmla="*/ 25 h 41"/>
              <a:gd name="T32" fmla="*/ 19 w 41"/>
              <a:gd name="T33" fmla="*/ 30 h 41"/>
              <a:gd name="T34" fmla="*/ 14 w 41"/>
              <a:gd name="T35" fmla="*/ 28 h 41"/>
              <a:gd name="T36" fmla="*/ 13 w 41"/>
              <a:gd name="T37" fmla="*/ 32 h 41"/>
              <a:gd name="T38" fmla="*/ 19 w 41"/>
              <a:gd name="T39" fmla="*/ 33 h 41"/>
              <a:gd name="T40" fmla="*/ 28 w 41"/>
              <a:gd name="T41" fmla="*/ 25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0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0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8" y="25"/>
                </a:moveTo>
                <a:cubicBezTo>
                  <a:pt x="28" y="22"/>
                  <a:pt x="27" y="20"/>
                  <a:pt x="25" y="19"/>
                </a:cubicBezTo>
                <a:cubicBezTo>
                  <a:pt x="24" y="18"/>
                  <a:pt x="22" y="17"/>
                  <a:pt x="20" y="17"/>
                </a:cubicBezTo>
                <a:cubicBezTo>
                  <a:pt x="19" y="17"/>
                  <a:pt x="19" y="17"/>
                  <a:pt x="18" y="17"/>
                </a:cubicBezTo>
                <a:cubicBezTo>
                  <a:pt x="19" y="12"/>
                  <a:pt x="19" y="12"/>
                  <a:pt x="19" y="12"/>
                </a:cubicBezTo>
                <a:cubicBezTo>
                  <a:pt x="27" y="12"/>
                  <a:pt x="27" y="12"/>
                  <a:pt x="27" y="12"/>
                </a:cubicBezTo>
                <a:cubicBezTo>
                  <a:pt x="27" y="9"/>
                  <a:pt x="27" y="9"/>
                  <a:pt x="27" y="9"/>
                </a:cubicBezTo>
                <a:cubicBezTo>
                  <a:pt x="16" y="9"/>
                  <a:pt x="16" y="9"/>
                  <a:pt x="16" y="9"/>
                </a:cubicBezTo>
                <a:cubicBezTo>
                  <a:pt x="15" y="21"/>
                  <a:pt x="15" y="21"/>
                  <a:pt x="15" y="21"/>
                </a:cubicBezTo>
                <a:cubicBezTo>
                  <a:pt x="15" y="21"/>
                  <a:pt x="16" y="21"/>
                  <a:pt x="18" y="21"/>
                </a:cubicBezTo>
                <a:cubicBezTo>
                  <a:pt x="22" y="21"/>
                  <a:pt x="24" y="22"/>
                  <a:pt x="24" y="25"/>
                </a:cubicBezTo>
                <a:cubicBezTo>
                  <a:pt x="24" y="28"/>
                  <a:pt x="21" y="30"/>
                  <a:pt x="19" y="30"/>
                </a:cubicBezTo>
                <a:cubicBezTo>
                  <a:pt x="17" y="30"/>
                  <a:pt x="15" y="29"/>
                  <a:pt x="14" y="28"/>
                </a:cubicBezTo>
                <a:cubicBezTo>
                  <a:pt x="13" y="32"/>
                  <a:pt x="13" y="32"/>
                  <a:pt x="13" y="32"/>
                </a:cubicBezTo>
                <a:cubicBezTo>
                  <a:pt x="14" y="32"/>
                  <a:pt x="17" y="33"/>
                  <a:pt x="19" y="33"/>
                </a:cubicBezTo>
                <a:cubicBezTo>
                  <a:pt x="25" y="33"/>
                  <a:pt x="28" y="29"/>
                  <a:pt x="28" y="25"/>
                </a:cubicBezTo>
                <a:close/>
              </a:path>
            </a:pathLst>
          </a:custGeom>
          <a:solidFill>
            <a:srgbClr val="00956B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52" name="Oval 19">
            <a:extLst>
              <a:ext uri="{FF2B5EF4-FFF2-40B4-BE49-F238E27FC236}">
                <a16:creationId xmlns:a16="http://schemas.microsoft.com/office/drawing/2014/main" id="{82EAE3F0-C426-46A3-74D0-E8A291D735F0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01864" y="5940540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53" name="Freeform 20">
            <a:extLst>
              <a:ext uri="{FF2B5EF4-FFF2-40B4-BE49-F238E27FC236}">
                <a16:creationId xmlns:a16="http://schemas.microsoft.com/office/drawing/2014/main" id="{7AD0F716-F0C8-7077-4EAD-98734DBFE8DA}"/>
              </a:ext>
            </a:extLst>
          </p:cNvPr>
          <p:cNvSpPr>
            <a:spLocks noEditPoints="1"/>
          </p:cNvSpPr>
          <p:nvPr/>
        </p:nvSpPr>
        <p:spPr bwMode="auto">
          <a:xfrm>
            <a:off x="2209801" y="5948478"/>
            <a:ext cx="153988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9 w 41"/>
              <a:gd name="T11" fmla="*/ 25 h 41"/>
              <a:gd name="T12" fmla="*/ 22 w 41"/>
              <a:gd name="T13" fmla="*/ 17 h 41"/>
              <a:gd name="T14" fmla="*/ 18 w 41"/>
              <a:gd name="T15" fmla="*/ 19 h 41"/>
              <a:gd name="T16" fmla="*/ 17 w 41"/>
              <a:gd name="T17" fmla="*/ 19 h 41"/>
              <a:gd name="T18" fmla="*/ 25 w 41"/>
              <a:gd name="T19" fmla="*/ 12 h 41"/>
              <a:gd name="T20" fmla="*/ 27 w 41"/>
              <a:gd name="T21" fmla="*/ 12 h 41"/>
              <a:gd name="T22" fmla="*/ 27 w 41"/>
              <a:gd name="T23" fmla="*/ 8 h 41"/>
              <a:gd name="T24" fmla="*/ 25 w 41"/>
              <a:gd name="T25" fmla="*/ 8 h 41"/>
              <a:gd name="T26" fmla="*/ 17 w 41"/>
              <a:gd name="T27" fmla="*/ 12 h 41"/>
              <a:gd name="T28" fmla="*/ 13 w 41"/>
              <a:gd name="T29" fmla="*/ 23 h 41"/>
              <a:gd name="T30" fmla="*/ 22 w 41"/>
              <a:gd name="T31" fmla="*/ 33 h 41"/>
              <a:gd name="T32" fmla="*/ 29 w 41"/>
              <a:gd name="T33" fmla="*/ 25 h 41"/>
              <a:gd name="T34" fmla="*/ 25 w 41"/>
              <a:gd name="T35" fmla="*/ 25 h 41"/>
              <a:gd name="T36" fmla="*/ 22 w 41"/>
              <a:gd name="T37" fmla="*/ 30 h 41"/>
              <a:gd name="T38" fmla="*/ 21 w 41"/>
              <a:gd name="T39" fmla="*/ 30 h 41"/>
              <a:gd name="T40" fmla="*/ 17 w 41"/>
              <a:gd name="T41" fmla="*/ 24 h 41"/>
              <a:gd name="T42" fmla="*/ 18 w 41"/>
              <a:gd name="T43" fmla="*/ 22 h 41"/>
              <a:gd name="T44" fmla="*/ 21 w 41"/>
              <a:gd name="T45" fmla="*/ 20 h 41"/>
              <a:gd name="T46" fmla="*/ 25 w 41"/>
              <a:gd name="T47" fmla="*/ 25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25"/>
                </a:moveTo>
                <a:cubicBezTo>
                  <a:pt x="29" y="20"/>
                  <a:pt x="26" y="17"/>
                  <a:pt x="22" y="17"/>
                </a:cubicBezTo>
                <a:cubicBezTo>
                  <a:pt x="20" y="17"/>
                  <a:pt x="19" y="18"/>
                  <a:pt x="18" y="19"/>
                </a:cubicBezTo>
                <a:cubicBezTo>
                  <a:pt x="17" y="19"/>
                  <a:pt x="17" y="19"/>
                  <a:pt x="17" y="19"/>
                </a:cubicBezTo>
                <a:cubicBezTo>
                  <a:pt x="18" y="16"/>
                  <a:pt x="20" y="13"/>
                  <a:pt x="25" y="12"/>
                </a:cubicBezTo>
                <a:cubicBezTo>
                  <a:pt x="26" y="12"/>
                  <a:pt x="26" y="12"/>
                  <a:pt x="27" y="12"/>
                </a:cubicBezTo>
                <a:cubicBezTo>
                  <a:pt x="27" y="8"/>
                  <a:pt x="27" y="8"/>
                  <a:pt x="27" y="8"/>
                </a:cubicBezTo>
                <a:cubicBezTo>
                  <a:pt x="26" y="8"/>
                  <a:pt x="26" y="8"/>
                  <a:pt x="25" y="8"/>
                </a:cubicBezTo>
                <a:cubicBezTo>
                  <a:pt x="22" y="9"/>
                  <a:pt x="19" y="10"/>
                  <a:pt x="17" y="12"/>
                </a:cubicBezTo>
                <a:cubicBezTo>
                  <a:pt x="15" y="14"/>
                  <a:pt x="13" y="18"/>
                  <a:pt x="13" y="23"/>
                </a:cubicBezTo>
                <a:cubicBezTo>
                  <a:pt x="13" y="29"/>
                  <a:pt x="16" y="33"/>
                  <a:pt x="22" y="33"/>
                </a:cubicBezTo>
                <a:cubicBezTo>
                  <a:pt x="26" y="33"/>
                  <a:pt x="29" y="29"/>
                  <a:pt x="29" y="25"/>
                </a:cubicBezTo>
                <a:close/>
                <a:moveTo>
                  <a:pt x="25" y="25"/>
                </a:moveTo>
                <a:cubicBezTo>
                  <a:pt x="25" y="28"/>
                  <a:pt x="24" y="30"/>
                  <a:pt x="22" y="30"/>
                </a:cubicBezTo>
                <a:cubicBezTo>
                  <a:pt x="21" y="30"/>
                  <a:pt x="21" y="30"/>
                  <a:pt x="21" y="30"/>
                </a:cubicBezTo>
                <a:cubicBezTo>
                  <a:pt x="19" y="30"/>
                  <a:pt x="17" y="27"/>
                  <a:pt x="17" y="24"/>
                </a:cubicBezTo>
                <a:cubicBezTo>
                  <a:pt x="17" y="23"/>
                  <a:pt x="17" y="23"/>
                  <a:pt x="18" y="22"/>
                </a:cubicBezTo>
                <a:cubicBezTo>
                  <a:pt x="18" y="21"/>
                  <a:pt x="20" y="20"/>
                  <a:pt x="21" y="20"/>
                </a:cubicBezTo>
                <a:cubicBezTo>
                  <a:pt x="24" y="20"/>
                  <a:pt x="25" y="22"/>
                  <a:pt x="25" y="25"/>
                </a:cubicBezTo>
                <a:close/>
              </a:path>
            </a:pathLst>
          </a:custGeom>
          <a:solidFill>
            <a:srgbClr val="00956B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54" name="Oval 21">
            <a:extLst>
              <a:ext uri="{FF2B5EF4-FFF2-40B4-BE49-F238E27FC236}">
                <a16:creationId xmlns:a16="http://schemas.microsoft.com/office/drawing/2014/main" id="{46289EF4-E2BD-05B8-9D37-8D77F340C3E9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19364" y="5940540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55" name="Freeform 22">
            <a:extLst>
              <a:ext uri="{FF2B5EF4-FFF2-40B4-BE49-F238E27FC236}">
                <a16:creationId xmlns:a16="http://schemas.microsoft.com/office/drawing/2014/main" id="{5B312B81-ABEA-3FBD-333F-2EE8AC7FC67A}"/>
              </a:ext>
            </a:extLst>
          </p:cNvPr>
          <p:cNvSpPr>
            <a:spLocks noEditPoints="1"/>
          </p:cNvSpPr>
          <p:nvPr/>
        </p:nvSpPr>
        <p:spPr bwMode="auto">
          <a:xfrm>
            <a:off x="2525714" y="5948478"/>
            <a:ext cx="155575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9 w 41"/>
              <a:gd name="T11" fmla="*/ 9 h 41"/>
              <a:gd name="T12" fmla="*/ 14 w 41"/>
              <a:gd name="T13" fmla="*/ 9 h 41"/>
              <a:gd name="T14" fmla="*/ 14 w 41"/>
              <a:gd name="T15" fmla="*/ 12 h 41"/>
              <a:gd name="T16" fmla="*/ 24 w 41"/>
              <a:gd name="T17" fmla="*/ 12 h 41"/>
              <a:gd name="T18" fmla="*/ 24 w 41"/>
              <a:gd name="T19" fmla="*/ 12 h 41"/>
              <a:gd name="T20" fmla="*/ 15 w 41"/>
              <a:gd name="T21" fmla="*/ 33 h 41"/>
              <a:gd name="T22" fmla="*/ 20 w 41"/>
              <a:gd name="T23" fmla="*/ 33 h 41"/>
              <a:gd name="T24" fmla="*/ 29 w 41"/>
              <a:gd name="T25" fmla="*/ 12 h 41"/>
              <a:gd name="T26" fmla="*/ 29 w 41"/>
              <a:gd name="T27" fmla="*/ 9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9"/>
                </a:moveTo>
                <a:cubicBezTo>
                  <a:pt x="14" y="9"/>
                  <a:pt x="14" y="9"/>
                  <a:pt x="14" y="9"/>
                </a:cubicBezTo>
                <a:cubicBezTo>
                  <a:pt x="14" y="12"/>
                  <a:pt x="14" y="12"/>
                  <a:pt x="14" y="12"/>
                </a:cubicBezTo>
                <a:cubicBezTo>
                  <a:pt x="24" y="12"/>
                  <a:pt x="24" y="12"/>
                  <a:pt x="24" y="12"/>
                </a:cubicBezTo>
                <a:cubicBezTo>
                  <a:pt x="24" y="12"/>
                  <a:pt x="24" y="12"/>
                  <a:pt x="24" y="12"/>
                </a:cubicBezTo>
                <a:cubicBezTo>
                  <a:pt x="15" y="33"/>
                  <a:pt x="15" y="33"/>
                  <a:pt x="15" y="33"/>
                </a:cubicBezTo>
                <a:cubicBezTo>
                  <a:pt x="20" y="33"/>
                  <a:pt x="20" y="33"/>
                  <a:pt x="20" y="33"/>
                </a:cubicBezTo>
                <a:cubicBezTo>
                  <a:pt x="29" y="12"/>
                  <a:pt x="29" y="12"/>
                  <a:pt x="29" y="12"/>
                </a:cubicBezTo>
                <a:lnTo>
                  <a:pt x="29" y="9"/>
                </a:lnTo>
                <a:close/>
              </a:path>
            </a:pathLst>
          </a:custGeom>
          <a:solidFill>
            <a:srgbClr val="00956B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56" name="Oval 23">
            <a:extLst>
              <a:ext uri="{FF2B5EF4-FFF2-40B4-BE49-F238E27FC236}">
                <a16:creationId xmlns:a16="http://schemas.microsoft.com/office/drawing/2014/main" id="{DE592E23-114C-A653-0054-3973752E6738}"/>
              </a:ext>
            </a:extLst>
          </p:cNvPr>
          <p:cNvSpPr>
            <a:spLocks noChangeArrowheads="1"/>
          </p:cNvSpPr>
          <p:nvPr/>
        </p:nvSpPr>
        <p:spPr bwMode="auto">
          <a:xfrm>
            <a:off x="2725739" y="5940540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57" name="Freeform 24">
            <a:extLst>
              <a:ext uri="{FF2B5EF4-FFF2-40B4-BE49-F238E27FC236}">
                <a16:creationId xmlns:a16="http://schemas.microsoft.com/office/drawing/2014/main" id="{75BE5BC7-44D3-D5CA-62BD-08376FF7784E}"/>
              </a:ext>
            </a:extLst>
          </p:cNvPr>
          <p:cNvSpPr>
            <a:spLocks noEditPoints="1"/>
          </p:cNvSpPr>
          <p:nvPr/>
        </p:nvSpPr>
        <p:spPr bwMode="auto">
          <a:xfrm>
            <a:off x="2733676" y="5948478"/>
            <a:ext cx="155575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9 w 41"/>
              <a:gd name="T11" fmla="*/ 26 h 41"/>
              <a:gd name="T12" fmla="*/ 25 w 41"/>
              <a:gd name="T13" fmla="*/ 20 h 41"/>
              <a:gd name="T14" fmla="*/ 25 w 41"/>
              <a:gd name="T15" fmla="*/ 20 h 41"/>
              <a:gd name="T16" fmla="*/ 28 w 41"/>
              <a:gd name="T17" fmla="*/ 14 h 41"/>
              <a:gd name="T18" fmla="*/ 22 w 41"/>
              <a:gd name="T19" fmla="*/ 8 h 41"/>
              <a:gd name="T20" fmla="*/ 14 w 41"/>
              <a:gd name="T21" fmla="*/ 15 h 41"/>
              <a:gd name="T22" fmla="*/ 18 w 41"/>
              <a:gd name="T23" fmla="*/ 20 h 41"/>
              <a:gd name="T24" fmla="*/ 18 w 41"/>
              <a:gd name="T25" fmla="*/ 20 h 41"/>
              <a:gd name="T26" fmla="*/ 13 w 41"/>
              <a:gd name="T27" fmla="*/ 26 h 41"/>
              <a:gd name="T28" fmla="*/ 21 w 41"/>
              <a:gd name="T29" fmla="*/ 33 h 41"/>
              <a:gd name="T30" fmla="*/ 29 w 41"/>
              <a:gd name="T31" fmla="*/ 26 h 41"/>
              <a:gd name="T32" fmla="*/ 25 w 41"/>
              <a:gd name="T33" fmla="*/ 26 h 41"/>
              <a:gd name="T34" fmla="*/ 21 w 41"/>
              <a:gd name="T35" fmla="*/ 30 h 41"/>
              <a:gd name="T36" fmla="*/ 18 w 41"/>
              <a:gd name="T37" fmla="*/ 26 h 41"/>
              <a:gd name="T38" fmla="*/ 21 w 41"/>
              <a:gd name="T39" fmla="*/ 22 h 41"/>
              <a:gd name="T40" fmla="*/ 25 w 41"/>
              <a:gd name="T41" fmla="*/ 26 h 41"/>
              <a:gd name="T42" fmla="*/ 18 w 41"/>
              <a:gd name="T43" fmla="*/ 15 h 41"/>
              <a:gd name="T44" fmla="*/ 21 w 41"/>
              <a:gd name="T45" fmla="*/ 11 h 41"/>
              <a:gd name="T46" fmla="*/ 25 w 41"/>
              <a:gd name="T47" fmla="*/ 15 h 41"/>
              <a:gd name="T48" fmla="*/ 22 w 41"/>
              <a:gd name="T49" fmla="*/ 18 h 41"/>
              <a:gd name="T50" fmla="*/ 18 w 41"/>
              <a:gd name="T51" fmla="*/ 15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26"/>
                </a:moveTo>
                <a:cubicBezTo>
                  <a:pt x="29" y="23"/>
                  <a:pt x="28" y="21"/>
                  <a:pt x="25" y="20"/>
                </a:cubicBezTo>
                <a:cubicBezTo>
                  <a:pt x="25" y="20"/>
                  <a:pt x="25" y="20"/>
                  <a:pt x="25" y="20"/>
                </a:cubicBezTo>
                <a:cubicBezTo>
                  <a:pt x="28" y="18"/>
                  <a:pt x="28" y="16"/>
                  <a:pt x="28" y="14"/>
                </a:cubicBezTo>
                <a:cubicBezTo>
                  <a:pt x="28" y="11"/>
                  <a:pt x="26" y="8"/>
                  <a:pt x="22" y="8"/>
                </a:cubicBezTo>
                <a:cubicBezTo>
                  <a:pt x="17" y="8"/>
                  <a:pt x="14" y="11"/>
                  <a:pt x="14" y="15"/>
                </a:cubicBezTo>
                <a:cubicBezTo>
                  <a:pt x="14" y="17"/>
                  <a:pt x="15" y="19"/>
                  <a:pt x="18" y="20"/>
                </a:cubicBezTo>
                <a:cubicBezTo>
                  <a:pt x="18" y="20"/>
                  <a:pt x="18" y="20"/>
                  <a:pt x="18" y="20"/>
                </a:cubicBezTo>
                <a:cubicBezTo>
                  <a:pt x="15" y="21"/>
                  <a:pt x="13" y="24"/>
                  <a:pt x="13" y="26"/>
                </a:cubicBezTo>
                <a:cubicBezTo>
                  <a:pt x="13" y="30"/>
                  <a:pt x="16" y="33"/>
                  <a:pt x="21" y="33"/>
                </a:cubicBezTo>
                <a:cubicBezTo>
                  <a:pt x="26" y="33"/>
                  <a:pt x="29" y="30"/>
                  <a:pt x="29" y="26"/>
                </a:cubicBezTo>
                <a:close/>
                <a:moveTo>
                  <a:pt x="25" y="26"/>
                </a:moveTo>
                <a:cubicBezTo>
                  <a:pt x="25" y="28"/>
                  <a:pt x="24" y="30"/>
                  <a:pt x="21" y="30"/>
                </a:cubicBezTo>
                <a:cubicBezTo>
                  <a:pt x="19" y="30"/>
                  <a:pt x="18" y="28"/>
                  <a:pt x="18" y="26"/>
                </a:cubicBezTo>
                <a:cubicBezTo>
                  <a:pt x="18" y="24"/>
                  <a:pt x="19" y="22"/>
                  <a:pt x="21" y="22"/>
                </a:cubicBezTo>
                <a:cubicBezTo>
                  <a:pt x="23" y="23"/>
                  <a:pt x="25" y="24"/>
                  <a:pt x="25" y="26"/>
                </a:cubicBezTo>
                <a:close/>
                <a:moveTo>
                  <a:pt x="18" y="15"/>
                </a:moveTo>
                <a:cubicBezTo>
                  <a:pt x="18" y="13"/>
                  <a:pt x="19" y="11"/>
                  <a:pt x="21" y="11"/>
                </a:cubicBezTo>
                <a:cubicBezTo>
                  <a:pt x="24" y="11"/>
                  <a:pt x="25" y="13"/>
                  <a:pt x="25" y="15"/>
                </a:cubicBezTo>
                <a:cubicBezTo>
                  <a:pt x="25" y="17"/>
                  <a:pt x="23" y="18"/>
                  <a:pt x="22" y="18"/>
                </a:cubicBezTo>
                <a:cubicBezTo>
                  <a:pt x="20" y="18"/>
                  <a:pt x="18" y="17"/>
                  <a:pt x="18" y="15"/>
                </a:cubicBezTo>
                <a:close/>
              </a:path>
            </a:pathLst>
          </a:custGeom>
          <a:solidFill>
            <a:srgbClr val="00956B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58" name="Oval 25">
            <a:extLst>
              <a:ext uri="{FF2B5EF4-FFF2-40B4-BE49-F238E27FC236}">
                <a16:creationId xmlns:a16="http://schemas.microsoft.com/office/drawing/2014/main" id="{EB71ECAC-E2CB-D30E-80A8-F07FC02E9551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70251" y="5940540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59" name="Freeform 26">
            <a:extLst>
              <a:ext uri="{FF2B5EF4-FFF2-40B4-BE49-F238E27FC236}">
                <a16:creationId xmlns:a16="http://schemas.microsoft.com/office/drawing/2014/main" id="{8CDE0D09-FCAC-C1AD-3FFE-AA36AB8EA51C}"/>
              </a:ext>
            </a:extLst>
          </p:cNvPr>
          <p:cNvSpPr>
            <a:spLocks noEditPoints="1"/>
          </p:cNvSpPr>
          <p:nvPr/>
        </p:nvSpPr>
        <p:spPr bwMode="auto">
          <a:xfrm>
            <a:off x="3278189" y="5948478"/>
            <a:ext cx="153988" cy="165100"/>
          </a:xfrm>
          <a:custGeom>
            <a:avLst/>
            <a:gdLst>
              <a:gd name="T0" fmla="*/ 41 w 41"/>
              <a:gd name="T1" fmla="*/ 21 h 41"/>
              <a:gd name="T2" fmla="*/ 20 w 41"/>
              <a:gd name="T3" fmla="*/ 41 h 41"/>
              <a:gd name="T4" fmla="*/ 0 w 41"/>
              <a:gd name="T5" fmla="*/ 21 h 41"/>
              <a:gd name="T6" fmla="*/ 20 w 41"/>
              <a:gd name="T7" fmla="*/ 0 h 41"/>
              <a:gd name="T8" fmla="*/ 41 w 41"/>
              <a:gd name="T9" fmla="*/ 21 h 41"/>
              <a:gd name="T10" fmla="*/ 16 w 41"/>
              <a:gd name="T11" fmla="*/ 9 h 41"/>
              <a:gd name="T12" fmla="*/ 13 w 41"/>
              <a:gd name="T13" fmla="*/ 9 h 41"/>
              <a:gd name="T14" fmla="*/ 7 w 41"/>
              <a:gd name="T15" fmla="*/ 12 h 41"/>
              <a:gd name="T16" fmla="*/ 8 w 41"/>
              <a:gd name="T17" fmla="*/ 15 h 41"/>
              <a:gd name="T18" fmla="*/ 12 w 41"/>
              <a:gd name="T19" fmla="*/ 13 h 41"/>
              <a:gd name="T20" fmla="*/ 12 w 41"/>
              <a:gd name="T21" fmla="*/ 13 h 41"/>
              <a:gd name="T22" fmla="*/ 12 w 41"/>
              <a:gd name="T23" fmla="*/ 32 h 41"/>
              <a:gd name="T24" fmla="*/ 16 w 41"/>
              <a:gd name="T25" fmla="*/ 32 h 41"/>
              <a:gd name="T26" fmla="*/ 16 w 41"/>
              <a:gd name="T27" fmla="*/ 9 h 41"/>
              <a:gd name="T28" fmla="*/ 35 w 41"/>
              <a:gd name="T29" fmla="*/ 21 h 41"/>
              <a:gd name="T30" fmla="*/ 27 w 41"/>
              <a:gd name="T31" fmla="*/ 9 h 41"/>
              <a:gd name="T32" fmla="*/ 19 w 41"/>
              <a:gd name="T33" fmla="*/ 21 h 41"/>
              <a:gd name="T34" fmla="*/ 27 w 41"/>
              <a:gd name="T35" fmla="*/ 33 h 41"/>
              <a:gd name="T36" fmla="*/ 35 w 41"/>
              <a:gd name="T37" fmla="*/ 21 h 41"/>
              <a:gd name="T38" fmla="*/ 31 w 41"/>
              <a:gd name="T39" fmla="*/ 21 h 41"/>
              <a:gd name="T40" fmla="*/ 27 w 41"/>
              <a:gd name="T41" fmla="*/ 29 h 41"/>
              <a:gd name="T42" fmla="*/ 23 w 41"/>
              <a:gd name="T43" fmla="*/ 21 h 41"/>
              <a:gd name="T44" fmla="*/ 27 w 41"/>
              <a:gd name="T45" fmla="*/ 12 h 41"/>
              <a:gd name="T46" fmla="*/ 31 w 41"/>
              <a:gd name="T47" fmla="*/ 21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0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0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16" y="9"/>
                </a:moveTo>
                <a:cubicBezTo>
                  <a:pt x="13" y="9"/>
                  <a:pt x="13" y="9"/>
                  <a:pt x="13" y="9"/>
                </a:cubicBezTo>
                <a:cubicBezTo>
                  <a:pt x="7" y="12"/>
                  <a:pt x="7" y="12"/>
                  <a:pt x="7" y="12"/>
                </a:cubicBezTo>
                <a:cubicBezTo>
                  <a:pt x="8" y="15"/>
                  <a:pt x="8" y="15"/>
                  <a:pt x="8" y="15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32"/>
                  <a:pt x="12" y="32"/>
                  <a:pt x="12" y="32"/>
                </a:cubicBezTo>
                <a:cubicBezTo>
                  <a:pt x="16" y="32"/>
                  <a:pt x="16" y="32"/>
                  <a:pt x="16" y="32"/>
                </a:cubicBezTo>
                <a:lnTo>
                  <a:pt x="16" y="9"/>
                </a:lnTo>
                <a:close/>
                <a:moveTo>
                  <a:pt x="35" y="21"/>
                </a:moveTo>
                <a:cubicBezTo>
                  <a:pt x="35" y="14"/>
                  <a:pt x="32" y="9"/>
                  <a:pt x="27" y="9"/>
                </a:cubicBezTo>
                <a:cubicBezTo>
                  <a:pt x="22" y="9"/>
                  <a:pt x="19" y="14"/>
                  <a:pt x="19" y="21"/>
                </a:cubicBezTo>
                <a:cubicBezTo>
                  <a:pt x="20" y="28"/>
                  <a:pt x="22" y="33"/>
                  <a:pt x="27" y="33"/>
                </a:cubicBezTo>
                <a:cubicBezTo>
                  <a:pt x="32" y="33"/>
                  <a:pt x="35" y="28"/>
                  <a:pt x="35" y="21"/>
                </a:cubicBezTo>
                <a:close/>
                <a:moveTo>
                  <a:pt x="31" y="21"/>
                </a:moveTo>
                <a:cubicBezTo>
                  <a:pt x="31" y="26"/>
                  <a:pt x="29" y="29"/>
                  <a:pt x="27" y="29"/>
                </a:cubicBezTo>
                <a:cubicBezTo>
                  <a:pt x="25" y="29"/>
                  <a:pt x="23" y="26"/>
                  <a:pt x="23" y="21"/>
                </a:cubicBezTo>
                <a:cubicBezTo>
                  <a:pt x="23" y="15"/>
                  <a:pt x="25" y="12"/>
                  <a:pt x="27" y="12"/>
                </a:cubicBezTo>
                <a:cubicBezTo>
                  <a:pt x="29" y="12"/>
                  <a:pt x="31" y="15"/>
                  <a:pt x="31" y="21"/>
                </a:cubicBezTo>
                <a:close/>
              </a:path>
            </a:pathLst>
          </a:custGeom>
          <a:solidFill>
            <a:srgbClr val="00956B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60" name="Oval 27">
            <a:extLst>
              <a:ext uri="{FF2B5EF4-FFF2-40B4-BE49-F238E27FC236}">
                <a16:creationId xmlns:a16="http://schemas.microsoft.com/office/drawing/2014/main" id="{B3FB1FB1-256A-CB6F-1B76-B4301B391F5B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30601" y="5940540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61" name="Freeform 28">
            <a:extLst>
              <a:ext uri="{FF2B5EF4-FFF2-40B4-BE49-F238E27FC236}">
                <a16:creationId xmlns:a16="http://schemas.microsoft.com/office/drawing/2014/main" id="{E1C08CE9-CD84-8BEA-9B18-BDC342BD42DD}"/>
              </a:ext>
            </a:extLst>
          </p:cNvPr>
          <p:cNvSpPr>
            <a:spLocks noEditPoints="1"/>
          </p:cNvSpPr>
          <p:nvPr/>
        </p:nvSpPr>
        <p:spPr bwMode="auto">
          <a:xfrm>
            <a:off x="3538539" y="5948478"/>
            <a:ext cx="153988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16 w 41"/>
              <a:gd name="T11" fmla="*/ 9 h 41"/>
              <a:gd name="T12" fmla="*/ 13 w 41"/>
              <a:gd name="T13" fmla="*/ 9 h 41"/>
              <a:gd name="T14" fmla="*/ 8 w 41"/>
              <a:gd name="T15" fmla="*/ 12 h 41"/>
              <a:gd name="T16" fmla="*/ 8 w 41"/>
              <a:gd name="T17" fmla="*/ 15 h 41"/>
              <a:gd name="T18" fmla="*/ 12 w 41"/>
              <a:gd name="T19" fmla="*/ 13 h 41"/>
              <a:gd name="T20" fmla="*/ 12 w 41"/>
              <a:gd name="T21" fmla="*/ 13 h 41"/>
              <a:gd name="T22" fmla="*/ 12 w 41"/>
              <a:gd name="T23" fmla="*/ 32 h 41"/>
              <a:gd name="T24" fmla="*/ 16 w 41"/>
              <a:gd name="T25" fmla="*/ 32 h 41"/>
              <a:gd name="T26" fmla="*/ 16 w 41"/>
              <a:gd name="T27" fmla="*/ 9 h 41"/>
              <a:gd name="T28" fmla="*/ 30 w 41"/>
              <a:gd name="T29" fmla="*/ 9 h 41"/>
              <a:gd name="T30" fmla="*/ 27 w 41"/>
              <a:gd name="T31" fmla="*/ 9 h 41"/>
              <a:gd name="T32" fmla="*/ 22 w 41"/>
              <a:gd name="T33" fmla="*/ 12 h 41"/>
              <a:gd name="T34" fmla="*/ 22 w 41"/>
              <a:gd name="T35" fmla="*/ 15 h 41"/>
              <a:gd name="T36" fmla="*/ 26 w 41"/>
              <a:gd name="T37" fmla="*/ 13 h 41"/>
              <a:gd name="T38" fmla="*/ 26 w 41"/>
              <a:gd name="T39" fmla="*/ 13 h 41"/>
              <a:gd name="T40" fmla="*/ 26 w 41"/>
              <a:gd name="T41" fmla="*/ 32 h 41"/>
              <a:gd name="T42" fmla="*/ 30 w 41"/>
              <a:gd name="T43" fmla="*/ 32 h 41"/>
              <a:gd name="T44" fmla="*/ 30 w 41"/>
              <a:gd name="T45" fmla="*/ 9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16" y="9"/>
                </a:moveTo>
                <a:cubicBezTo>
                  <a:pt x="13" y="9"/>
                  <a:pt x="13" y="9"/>
                  <a:pt x="13" y="9"/>
                </a:cubicBezTo>
                <a:cubicBezTo>
                  <a:pt x="8" y="12"/>
                  <a:pt x="8" y="12"/>
                  <a:pt x="8" y="12"/>
                </a:cubicBezTo>
                <a:cubicBezTo>
                  <a:pt x="8" y="15"/>
                  <a:pt x="8" y="15"/>
                  <a:pt x="8" y="15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32"/>
                  <a:pt x="12" y="32"/>
                  <a:pt x="12" y="32"/>
                </a:cubicBezTo>
                <a:cubicBezTo>
                  <a:pt x="16" y="32"/>
                  <a:pt x="16" y="32"/>
                  <a:pt x="16" y="32"/>
                </a:cubicBezTo>
                <a:lnTo>
                  <a:pt x="16" y="9"/>
                </a:lnTo>
                <a:close/>
                <a:moveTo>
                  <a:pt x="30" y="9"/>
                </a:moveTo>
                <a:cubicBezTo>
                  <a:pt x="27" y="9"/>
                  <a:pt x="27" y="9"/>
                  <a:pt x="27" y="9"/>
                </a:cubicBezTo>
                <a:cubicBezTo>
                  <a:pt x="22" y="12"/>
                  <a:pt x="22" y="12"/>
                  <a:pt x="22" y="12"/>
                </a:cubicBezTo>
                <a:cubicBezTo>
                  <a:pt x="22" y="15"/>
                  <a:pt x="22" y="15"/>
                  <a:pt x="22" y="15"/>
                </a:cubicBezTo>
                <a:cubicBezTo>
                  <a:pt x="26" y="13"/>
                  <a:pt x="26" y="13"/>
                  <a:pt x="26" y="13"/>
                </a:cubicBezTo>
                <a:cubicBezTo>
                  <a:pt x="26" y="13"/>
                  <a:pt x="26" y="13"/>
                  <a:pt x="26" y="13"/>
                </a:cubicBezTo>
                <a:cubicBezTo>
                  <a:pt x="26" y="32"/>
                  <a:pt x="26" y="32"/>
                  <a:pt x="26" y="32"/>
                </a:cubicBezTo>
                <a:cubicBezTo>
                  <a:pt x="30" y="32"/>
                  <a:pt x="30" y="32"/>
                  <a:pt x="30" y="32"/>
                </a:cubicBezTo>
                <a:lnTo>
                  <a:pt x="30" y="9"/>
                </a:lnTo>
                <a:close/>
              </a:path>
            </a:pathLst>
          </a:custGeom>
          <a:solidFill>
            <a:srgbClr val="00956B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62" name="Oval 29">
            <a:extLst>
              <a:ext uri="{FF2B5EF4-FFF2-40B4-BE49-F238E27FC236}">
                <a16:creationId xmlns:a16="http://schemas.microsoft.com/office/drawing/2014/main" id="{8E2C3364-FF8C-30FB-AA4D-BC123BCA3764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24289" y="5940540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63" name="Freeform 30">
            <a:extLst>
              <a:ext uri="{FF2B5EF4-FFF2-40B4-BE49-F238E27FC236}">
                <a16:creationId xmlns:a16="http://schemas.microsoft.com/office/drawing/2014/main" id="{ADD28CE2-1AD4-45DD-6BA3-613A7479B2EB}"/>
              </a:ext>
            </a:extLst>
          </p:cNvPr>
          <p:cNvSpPr>
            <a:spLocks noEditPoints="1"/>
          </p:cNvSpPr>
          <p:nvPr/>
        </p:nvSpPr>
        <p:spPr bwMode="auto">
          <a:xfrm>
            <a:off x="3832226" y="5948478"/>
            <a:ext cx="155575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16 w 41"/>
              <a:gd name="T11" fmla="*/ 9 h 41"/>
              <a:gd name="T12" fmla="*/ 13 w 41"/>
              <a:gd name="T13" fmla="*/ 9 h 41"/>
              <a:gd name="T14" fmla="*/ 8 w 41"/>
              <a:gd name="T15" fmla="*/ 12 h 41"/>
              <a:gd name="T16" fmla="*/ 9 w 41"/>
              <a:gd name="T17" fmla="*/ 15 h 41"/>
              <a:gd name="T18" fmla="*/ 12 w 41"/>
              <a:gd name="T19" fmla="*/ 13 h 41"/>
              <a:gd name="T20" fmla="*/ 12 w 41"/>
              <a:gd name="T21" fmla="*/ 13 h 41"/>
              <a:gd name="T22" fmla="*/ 12 w 41"/>
              <a:gd name="T23" fmla="*/ 32 h 41"/>
              <a:gd name="T24" fmla="*/ 16 w 41"/>
              <a:gd name="T25" fmla="*/ 32 h 41"/>
              <a:gd name="T26" fmla="*/ 16 w 41"/>
              <a:gd name="T27" fmla="*/ 9 h 41"/>
              <a:gd name="T28" fmla="*/ 34 w 41"/>
              <a:gd name="T29" fmla="*/ 29 h 41"/>
              <a:gd name="T30" fmla="*/ 26 w 41"/>
              <a:gd name="T31" fmla="*/ 29 h 41"/>
              <a:gd name="T32" fmla="*/ 26 w 41"/>
              <a:gd name="T33" fmla="*/ 29 h 41"/>
              <a:gd name="T34" fmla="*/ 28 w 41"/>
              <a:gd name="T35" fmla="*/ 27 h 41"/>
              <a:gd name="T36" fmla="*/ 34 w 41"/>
              <a:gd name="T37" fmla="*/ 16 h 41"/>
              <a:gd name="T38" fmla="*/ 27 w 41"/>
              <a:gd name="T39" fmla="*/ 9 h 41"/>
              <a:gd name="T40" fmla="*/ 21 w 41"/>
              <a:gd name="T41" fmla="*/ 11 h 41"/>
              <a:gd name="T42" fmla="*/ 22 w 41"/>
              <a:gd name="T43" fmla="*/ 14 h 41"/>
              <a:gd name="T44" fmla="*/ 26 w 41"/>
              <a:gd name="T45" fmla="*/ 12 h 41"/>
              <a:gd name="T46" fmla="*/ 30 w 41"/>
              <a:gd name="T47" fmla="*/ 16 h 41"/>
              <a:gd name="T48" fmla="*/ 23 w 41"/>
              <a:gd name="T49" fmla="*/ 27 h 41"/>
              <a:gd name="T50" fmla="*/ 20 w 41"/>
              <a:gd name="T51" fmla="*/ 30 h 41"/>
              <a:gd name="T52" fmla="*/ 20 w 41"/>
              <a:gd name="T53" fmla="*/ 32 h 41"/>
              <a:gd name="T54" fmla="*/ 34 w 41"/>
              <a:gd name="T55" fmla="*/ 32 h 41"/>
              <a:gd name="T56" fmla="*/ 34 w 41"/>
              <a:gd name="T57" fmla="*/ 29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16" y="9"/>
                </a:moveTo>
                <a:cubicBezTo>
                  <a:pt x="13" y="9"/>
                  <a:pt x="13" y="9"/>
                  <a:pt x="13" y="9"/>
                </a:cubicBezTo>
                <a:cubicBezTo>
                  <a:pt x="8" y="12"/>
                  <a:pt x="8" y="12"/>
                  <a:pt x="8" y="12"/>
                </a:cubicBezTo>
                <a:cubicBezTo>
                  <a:pt x="9" y="15"/>
                  <a:pt x="9" y="15"/>
                  <a:pt x="9" y="15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32"/>
                  <a:pt x="12" y="32"/>
                  <a:pt x="12" y="32"/>
                </a:cubicBezTo>
                <a:cubicBezTo>
                  <a:pt x="16" y="32"/>
                  <a:pt x="16" y="32"/>
                  <a:pt x="16" y="32"/>
                </a:cubicBezTo>
                <a:lnTo>
                  <a:pt x="16" y="9"/>
                </a:lnTo>
                <a:close/>
                <a:moveTo>
                  <a:pt x="34" y="29"/>
                </a:moveTo>
                <a:cubicBezTo>
                  <a:pt x="26" y="29"/>
                  <a:pt x="26" y="29"/>
                  <a:pt x="26" y="29"/>
                </a:cubicBezTo>
                <a:cubicBezTo>
                  <a:pt x="26" y="29"/>
                  <a:pt x="26" y="29"/>
                  <a:pt x="26" y="29"/>
                </a:cubicBezTo>
                <a:cubicBezTo>
                  <a:pt x="28" y="27"/>
                  <a:pt x="28" y="27"/>
                  <a:pt x="28" y="27"/>
                </a:cubicBezTo>
                <a:cubicBezTo>
                  <a:pt x="31" y="23"/>
                  <a:pt x="34" y="20"/>
                  <a:pt x="34" y="16"/>
                </a:cubicBezTo>
                <a:cubicBezTo>
                  <a:pt x="34" y="12"/>
                  <a:pt x="32" y="9"/>
                  <a:pt x="27" y="9"/>
                </a:cubicBezTo>
                <a:cubicBezTo>
                  <a:pt x="24" y="9"/>
                  <a:pt x="22" y="10"/>
                  <a:pt x="21" y="11"/>
                </a:cubicBezTo>
                <a:cubicBezTo>
                  <a:pt x="22" y="14"/>
                  <a:pt x="22" y="14"/>
                  <a:pt x="22" y="14"/>
                </a:cubicBezTo>
                <a:cubicBezTo>
                  <a:pt x="23" y="13"/>
                  <a:pt x="24" y="12"/>
                  <a:pt x="26" y="12"/>
                </a:cubicBezTo>
                <a:cubicBezTo>
                  <a:pt x="29" y="12"/>
                  <a:pt x="30" y="14"/>
                  <a:pt x="30" y="16"/>
                </a:cubicBezTo>
                <a:cubicBezTo>
                  <a:pt x="30" y="19"/>
                  <a:pt x="28" y="22"/>
                  <a:pt x="23" y="27"/>
                </a:cubicBezTo>
                <a:cubicBezTo>
                  <a:pt x="20" y="30"/>
                  <a:pt x="20" y="30"/>
                  <a:pt x="20" y="30"/>
                </a:cubicBezTo>
                <a:cubicBezTo>
                  <a:pt x="20" y="32"/>
                  <a:pt x="20" y="32"/>
                  <a:pt x="20" y="32"/>
                </a:cubicBezTo>
                <a:cubicBezTo>
                  <a:pt x="34" y="32"/>
                  <a:pt x="34" y="32"/>
                  <a:pt x="34" y="32"/>
                </a:cubicBezTo>
                <a:lnTo>
                  <a:pt x="34" y="29"/>
                </a:lnTo>
                <a:close/>
              </a:path>
            </a:pathLst>
          </a:custGeom>
          <a:solidFill>
            <a:srgbClr val="00956B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64" name="Oval 31">
            <a:extLst>
              <a:ext uri="{FF2B5EF4-FFF2-40B4-BE49-F238E27FC236}">
                <a16:creationId xmlns:a16="http://schemas.microsoft.com/office/drawing/2014/main" id="{BFA6F93E-49CC-EE95-877A-4D54253CD950}"/>
              </a:ext>
            </a:extLst>
          </p:cNvPr>
          <p:cNvSpPr>
            <a:spLocks noChangeArrowheads="1"/>
          </p:cNvSpPr>
          <p:nvPr/>
        </p:nvSpPr>
        <p:spPr bwMode="auto">
          <a:xfrm>
            <a:off x="4097339" y="5940540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65" name="Freeform 32">
            <a:extLst>
              <a:ext uri="{FF2B5EF4-FFF2-40B4-BE49-F238E27FC236}">
                <a16:creationId xmlns:a16="http://schemas.microsoft.com/office/drawing/2014/main" id="{C142B30D-8BEC-E89A-8A12-FD26AB190F21}"/>
              </a:ext>
            </a:extLst>
          </p:cNvPr>
          <p:cNvSpPr>
            <a:spLocks noEditPoints="1"/>
          </p:cNvSpPr>
          <p:nvPr/>
        </p:nvSpPr>
        <p:spPr bwMode="auto">
          <a:xfrm>
            <a:off x="4103689" y="5948478"/>
            <a:ext cx="155575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16 w 41"/>
              <a:gd name="T11" fmla="*/ 9 h 41"/>
              <a:gd name="T12" fmla="*/ 13 w 41"/>
              <a:gd name="T13" fmla="*/ 9 h 41"/>
              <a:gd name="T14" fmla="*/ 8 w 41"/>
              <a:gd name="T15" fmla="*/ 12 h 41"/>
              <a:gd name="T16" fmla="*/ 8 w 41"/>
              <a:gd name="T17" fmla="*/ 15 h 41"/>
              <a:gd name="T18" fmla="*/ 12 w 41"/>
              <a:gd name="T19" fmla="*/ 13 h 41"/>
              <a:gd name="T20" fmla="*/ 12 w 41"/>
              <a:gd name="T21" fmla="*/ 13 h 41"/>
              <a:gd name="T22" fmla="*/ 12 w 41"/>
              <a:gd name="T23" fmla="*/ 32 h 41"/>
              <a:gd name="T24" fmla="*/ 16 w 41"/>
              <a:gd name="T25" fmla="*/ 32 h 41"/>
              <a:gd name="T26" fmla="*/ 16 w 41"/>
              <a:gd name="T27" fmla="*/ 9 h 41"/>
              <a:gd name="T28" fmla="*/ 34 w 41"/>
              <a:gd name="T29" fmla="*/ 26 h 41"/>
              <a:gd name="T30" fmla="*/ 29 w 41"/>
              <a:gd name="T31" fmla="*/ 20 h 41"/>
              <a:gd name="T32" fmla="*/ 29 w 41"/>
              <a:gd name="T33" fmla="*/ 20 h 41"/>
              <a:gd name="T34" fmla="*/ 33 w 41"/>
              <a:gd name="T35" fmla="*/ 15 h 41"/>
              <a:gd name="T36" fmla="*/ 27 w 41"/>
              <a:gd name="T37" fmla="*/ 9 h 41"/>
              <a:gd name="T38" fmla="*/ 21 w 41"/>
              <a:gd name="T39" fmla="*/ 11 h 41"/>
              <a:gd name="T40" fmla="*/ 22 w 41"/>
              <a:gd name="T41" fmla="*/ 14 h 41"/>
              <a:gd name="T42" fmla="*/ 26 w 41"/>
              <a:gd name="T43" fmla="*/ 12 h 41"/>
              <a:gd name="T44" fmla="*/ 29 w 41"/>
              <a:gd name="T45" fmla="*/ 15 h 41"/>
              <a:gd name="T46" fmla="*/ 25 w 41"/>
              <a:gd name="T47" fmla="*/ 18 h 41"/>
              <a:gd name="T48" fmla="*/ 23 w 41"/>
              <a:gd name="T49" fmla="*/ 18 h 41"/>
              <a:gd name="T50" fmla="*/ 23 w 41"/>
              <a:gd name="T51" fmla="*/ 22 h 41"/>
              <a:gd name="T52" fmla="*/ 25 w 41"/>
              <a:gd name="T53" fmla="*/ 22 h 41"/>
              <a:gd name="T54" fmla="*/ 30 w 41"/>
              <a:gd name="T55" fmla="*/ 25 h 41"/>
              <a:gd name="T56" fmla="*/ 26 w 41"/>
              <a:gd name="T57" fmla="*/ 29 h 41"/>
              <a:gd name="T58" fmla="*/ 21 w 41"/>
              <a:gd name="T59" fmla="*/ 28 h 41"/>
              <a:gd name="T60" fmla="*/ 20 w 41"/>
              <a:gd name="T61" fmla="*/ 31 h 41"/>
              <a:gd name="T62" fmla="*/ 26 w 41"/>
              <a:gd name="T63" fmla="*/ 33 h 41"/>
              <a:gd name="T64" fmla="*/ 34 w 41"/>
              <a:gd name="T65" fmla="*/ 26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16" y="9"/>
                </a:moveTo>
                <a:cubicBezTo>
                  <a:pt x="13" y="9"/>
                  <a:pt x="13" y="9"/>
                  <a:pt x="13" y="9"/>
                </a:cubicBezTo>
                <a:cubicBezTo>
                  <a:pt x="8" y="12"/>
                  <a:pt x="8" y="12"/>
                  <a:pt x="8" y="12"/>
                </a:cubicBezTo>
                <a:cubicBezTo>
                  <a:pt x="8" y="15"/>
                  <a:pt x="8" y="15"/>
                  <a:pt x="8" y="15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32"/>
                  <a:pt x="12" y="32"/>
                  <a:pt x="12" y="32"/>
                </a:cubicBezTo>
                <a:cubicBezTo>
                  <a:pt x="16" y="32"/>
                  <a:pt x="16" y="32"/>
                  <a:pt x="16" y="32"/>
                </a:cubicBezTo>
                <a:lnTo>
                  <a:pt x="16" y="9"/>
                </a:lnTo>
                <a:close/>
                <a:moveTo>
                  <a:pt x="34" y="26"/>
                </a:moveTo>
                <a:cubicBezTo>
                  <a:pt x="34" y="23"/>
                  <a:pt x="32" y="20"/>
                  <a:pt x="29" y="20"/>
                </a:cubicBezTo>
                <a:cubicBezTo>
                  <a:pt x="29" y="20"/>
                  <a:pt x="29" y="20"/>
                  <a:pt x="29" y="20"/>
                </a:cubicBezTo>
                <a:cubicBezTo>
                  <a:pt x="32" y="19"/>
                  <a:pt x="33" y="17"/>
                  <a:pt x="33" y="15"/>
                </a:cubicBezTo>
                <a:cubicBezTo>
                  <a:pt x="33" y="12"/>
                  <a:pt x="31" y="9"/>
                  <a:pt x="27" y="9"/>
                </a:cubicBezTo>
                <a:cubicBezTo>
                  <a:pt x="24" y="9"/>
                  <a:pt x="22" y="10"/>
                  <a:pt x="21" y="11"/>
                </a:cubicBezTo>
                <a:cubicBezTo>
                  <a:pt x="22" y="14"/>
                  <a:pt x="22" y="14"/>
                  <a:pt x="22" y="14"/>
                </a:cubicBezTo>
                <a:cubicBezTo>
                  <a:pt x="23" y="13"/>
                  <a:pt x="24" y="12"/>
                  <a:pt x="26" y="12"/>
                </a:cubicBezTo>
                <a:cubicBezTo>
                  <a:pt x="28" y="12"/>
                  <a:pt x="29" y="14"/>
                  <a:pt x="29" y="15"/>
                </a:cubicBezTo>
                <a:cubicBezTo>
                  <a:pt x="29" y="18"/>
                  <a:pt x="27" y="18"/>
                  <a:pt x="25" y="18"/>
                </a:cubicBezTo>
                <a:cubicBezTo>
                  <a:pt x="23" y="18"/>
                  <a:pt x="23" y="18"/>
                  <a:pt x="23" y="18"/>
                </a:cubicBezTo>
                <a:cubicBezTo>
                  <a:pt x="23" y="22"/>
                  <a:pt x="23" y="22"/>
                  <a:pt x="23" y="22"/>
                </a:cubicBezTo>
                <a:cubicBezTo>
                  <a:pt x="25" y="22"/>
                  <a:pt x="25" y="22"/>
                  <a:pt x="25" y="22"/>
                </a:cubicBezTo>
                <a:cubicBezTo>
                  <a:pt x="28" y="22"/>
                  <a:pt x="30" y="23"/>
                  <a:pt x="30" y="25"/>
                </a:cubicBezTo>
                <a:cubicBezTo>
                  <a:pt x="30" y="27"/>
                  <a:pt x="29" y="29"/>
                  <a:pt x="26" y="29"/>
                </a:cubicBezTo>
                <a:cubicBezTo>
                  <a:pt x="24" y="29"/>
                  <a:pt x="22" y="28"/>
                  <a:pt x="21" y="28"/>
                </a:cubicBezTo>
                <a:cubicBezTo>
                  <a:pt x="20" y="31"/>
                  <a:pt x="20" y="31"/>
                  <a:pt x="20" y="31"/>
                </a:cubicBezTo>
                <a:cubicBezTo>
                  <a:pt x="21" y="32"/>
                  <a:pt x="23" y="33"/>
                  <a:pt x="26" y="33"/>
                </a:cubicBezTo>
                <a:cubicBezTo>
                  <a:pt x="31" y="33"/>
                  <a:pt x="34" y="30"/>
                  <a:pt x="34" y="26"/>
                </a:cubicBezTo>
                <a:close/>
              </a:path>
            </a:pathLst>
          </a:custGeom>
          <a:solidFill>
            <a:srgbClr val="00956B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93588F4D-8A77-CC4E-ED2D-3C370F36695C}"/>
              </a:ext>
            </a:extLst>
          </p:cNvPr>
          <p:cNvSpPr txBox="1"/>
          <p:nvPr/>
        </p:nvSpPr>
        <p:spPr>
          <a:xfrm>
            <a:off x="857251" y="5644827"/>
            <a:ext cx="2238375" cy="1692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1100" b="1" dirty="0" err="1"/>
              <a:t>자동자지식에이전트</a:t>
            </a:r>
            <a:endParaRPr lang="ko-KR" altLang="en-US" sz="1100" b="1" dirty="0"/>
          </a:p>
        </p:txBody>
      </p:sp>
      <p:pic>
        <p:nvPicPr>
          <p:cNvPr id="68" name="그림 67">
            <a:extLst>
              <a:ext uri="{FF2B5EF4-FFF2-40B4-BE49-F238E27FC236}">
                <a16:creationId xmlns:a16="http://schemas.microsoft.com/office/drawing/2014/main" id="{36413604-4E27-8123-BF38-C723F499112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58110" y="5948478"/>
            <a:ext cx="180622" cy="214489"/>
          </a:xfrm>
          <a:prstGeom prst="rect">
            <a:avLst/>
          </a:prstGeom>
        </p:spPr>
      </p:pic>
      <p:pic>
        <p:nvPicPr>
          <p:cNvPr id="70" name="그림 69">
            <a:extLst>
              <a:ext uri="{FF2B5EF4-FFF2-40B4-BE49-F238E27FC236}">
                <a16:creationId xmlns:a16="http://schemas.microsoft.com/office/drawing/2014/main" id="{DB71EABE-421D-C7D1-4120-A5BCBB8A7FE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8553" y="2413720"/>
            <a:ext cx="3714044" cy="180622"/>
          </a:xfrm>
          <a:prstGeom prst="rect">
            <a:avLst/>
          </a:prstGeom>
        </p:spPr>
      </p:pic>
      <p:sp>
        <p:nvSpPr>
          <p:cNvPr id="71" name="TextBox 70">
            <a:extLst>
              <a:ext uri="{FF2B5EF4-FFF2-40B4-BE49-F238E27FC236}">
                <a16:creationId xmlns:a16="http://schemas.microsoft.com/office/drawing/2014/main" id="{15CA30DD-5E7E-5271-73B8-F3CB40DF4D1E}"/>
              </a:ext>
            </a:extLst>
          </p:cNvPr>
          <p:cNvSpPr txBox="1"/>
          <p:nvPr/>
        </p:nvSpPr>
        <p:spPr>
          <a:xfrm>
            <a:off x="846138" y="2083248"/>
            <a:ext cx="2238375" cy="1692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1100" b="1" dirty="0" err="1"/>
              <a:t>자동차산업클라우드</a:t>
            </a:r>
            <a:endParaRPr lang="ko-KR" altLang="en-US" sz="1100" b="1" dirty="0"/>
          </a:p>
        </p:txBody>
      </p:sp>
      <p:pic>
        <p:nvPicPr>
          <p:cNvPr id="73" name="그림 72">
            <a:extLst>
              <a:ext uri="{FF2B5EF4-FFF2-40B4-BE49-F238E27FC236}">
                <a16:creationId xmlns:a16="http://schemas.microsoft.com/office/drawing/2014/main" id="{DB69A78B-9FF0-0CD2-F341-9CD60C41A79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58110" y="2413720"/>
            <a:ext cx="180622" cy="214489"/>
          </a:xfrm>
          <a:prstGeom prst="rect">
            <a:avLst/>
          </a:prstGeom>
        </p:spPr>
      </p:pic>
      <p:sp>
        <p:nvSpPr>
          <p:cNvPr id="74" name="TextBox 73">
            <a:extLst>
              <a:ext uri="{FF2B5EF4-FFF2-40B4-BE49-F238E27FC236}">
                <a16:creationId xmlns:a16="http://schemas.microsoft.com/office/drawing/2014/main" id="{E30B0F8C-0BC7-AEBF-FD13-828F40A3A81D}"/>
              </a:ext>
            </a:extLst>
          </p:cNvPr>
          <p:cNvSpPr txBox="1"/>
          <p:nvPr/>
        </p:nvSpPr>
        <p:spPr>
          <a:xfrm>
            <a:off x="846138" y="1184598"/>
            <a:ext cx="2238375" cy="1692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1100" b="1" dirty="0" err="1"/>
              <a:t>자동차데이터포털</a:t>
            </a:r>
            <a:endParaRPr lang="ko-KR" altLang="en-US" sz="1100" b="1" dirty="0"/>
          </a:p>
        </p:txBody>
      </p:sp>
      <p:sp>
        <p:nvSpPr>
          <p:cNvPr id="79" name="AutoShape 34">
            <a:extLst>
              <a:ext uri="{FF2B5EF4-FFF2-40B4-BE49-F238E27FC236}">
                <a16:creationId xmlns:a16="http://schemas.microsoft.com/office/drawing/2014/main" id="{7DC1A6AD-69AC-8895-FC12-B8FE6509A119}"/>
              </a:ext>
            </a:extLst>
          </p:cNvPr>
          <p:cNvSpPr>
            <a:spLocks noChangeAspect="1" noChangeArrowheads="1" noTextEdit="1"/>
          </p:cNvSpPr>
          <p:nvPr/>
        </p:nvSpPr>
        <p:spPr bwMode="auto">
          <a:xfrm>
            <a:off x="838200" y="1503686"/>
            <a:ext cx="3714750" cy="1793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80" name="Oval 36">
            <a:extLst>
              <a:ext uri="{FF2B5EF4-FFF2-40B4-BE49-F238E27FC236}">
                <a16:creationId xmlns:a16="http://schemas.microsoft.com/office/drawing/2014/main" id="{C412782D-F3AE-7BAA-9BB2-BB3FE019278D}"/>
              </a:ext>
            </a:extLst>
          </p:cNvPr>
          <p:cNvSpPr>
            <a:spLocks noChangeArrowheads="1"/>
          </p:cNvSpPr>
          <p:nvPr/>
        </p:nvSpPr>
        <p:spPr bwMode="auto">
          <a:xfrm>
            <a:off x="2967038" y="1503686"/>
            <a:ext cx="173038" cy="179387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81" name="Freeform 37">
            <a:extLst>
              <a:ext uri="{FF2B5EF4-FFF2-40B4-BE49-F238E27FC236}">
                <a16:creationId xmlns:a16="http://schemas.microsoft.com/office/drawing/2014/main" id="{BF2110F7-EAFD-8CE5-8E50-A2A68D8382CF}"/>
              </a:ext>
            </a:extLst>
          </p:cNvPr>
          <p:cNvSpPr>
            <a:spLocks noEditPoints="1"/>
          </p:cNvSpPr>
          <p:nvPr/>
        </p:nvSpPr>
        <p:spPr bwMode="auto">
          <a:xfrm>
            <a:off x="2978150" y="1511623"/>
            <a:ext cx="155575" cy="163512"/>
          </a:xfrm>
          <a:custGeom>
            <a:avLst/>
            <a:gdLst>
              <a:gd name="T0" fmla="*/ 41 w 41"/>
              <a:gd name="T1" fmla="*/ 21 h 41"/>
              <a:gd name="T2" fmla="*/ 20 w 41"/>
              <a:gd name="T3" fmla="*/ 41 h 41"/>
              <a:gd name="T4" fmla="*/ 0 w 41"/>
              <a:gd name="T5" fmla="*/ 21 h 41"/>
              <a:gd name="T6" fmla="*/ 20 w 41"/>
              <a:gd name="T7" fmla="*/ 0 h 41"/>
              <a:gd name="T8" fmla="*/ 41 w 41"/>
              <a:gd name="T9" fmla="*/ 21 h 41"/>
              <a:gd name="T10" fmla="*/ 29 w 41"/>
              <a:gd name="T11" fmla="*/ 18 h 41"/>
              <a:gd name="T12" fmla="*/ 21 w 41"/>
              <a:gd name="T13" fmla="*/ 8 h 41"/>
              <a:gd name="T14" fmla="*/ 13 w 41"/>
              <a:gd name="T15" fmla="*/ 17 h 41"/>
              <a:gd name="T16" fmla="*/ 19 w 41"/>
              <a:gd name="T17" fmla="*/ 24 h 41"/>
              <a:gd name="T18" fmla="*/ 24 w 41"/>
              <a:gd name="T19" fmla="*/ 22 h 41"/>
              <a:gd name="T20" fmla="*/ 24 w 41"/>
              <a:gd name="T21" fmla="*/ 22 h 41"/>
              <a:gd name="T22" fmla="*/ 22 w 41"/>
              <a:gd name="T23" fmla="*/ 28 h 41"/>
              <a:gd name="T24" fmla="*/ 17 w 41"/>
              <a:gd name="T25" fmla="*/ 29 h 41"/>
              <a:gd name="T26" fmla="*/ 15 w 41"/>
              <a:gd name="T27" fmla="*/ 29 h 41"/>
              <a:gd name="T28" fmla="*/ 15 w 41"/>
              <a:gd name="T29" fmla="*/ 33 h 41"/>
              <a:gd name="T30" fmla="*/ 17 w 41"/>
              <a:gd name="T31" fmla="*/ 33 h 41"/>
              <a:gd name="T32" fmla="*/ 25 w 41"/>
              <a:gd name="T33" fmla="*/ 30 h 41"/>
              <a:gd name="T34" fmla="*/ 29 w 41"/>
              <a:gd name="T35" fmla="*/ 18 h 41"/>
              <a:gd name="T36" fmla="*/ 24 w 41"/>
              <a:gd name="T37" fmla="*/ 18 h 41"/>
              <a:gd name="T38" fmla="*/ 24 w 41"/>
              <a:gd name="T39" fmla="*/ 19 h 41"/>
              <a:gd name="T40" fmla="*/ 21 w 41"/>
              <a:gd name="T41" fmla="*/ 21 h 41"/>
              <a:gd name="T42" fmla="*/ 17 w 41"/>
              <a:gd name="T43" fmla="*/ 17 h 41"/>
              <a:gd name="T44" fmla="*/ 21 w 41"/>
              <a:gd name="T45" fmla="*/ 12 h 41"/>
              <a:gd name="T46" fmla="*/ 21 w 41"/>
              <a:gd name="T47" fmla="*/ 12 h 41"/>
              <a:gd name="T48" fmla="*/ 24 w 41"/>
              <a:gd name="T49" fmla="*/ 18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1" y="41"/>
                  <a:pt x="20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0" y="0"/>
                </a:cubicBezTo>
                <a:cubicBezTo>
                  <a:pt x="31" y="0"/>
                  <a:pt x="41" y="9"/>
                  <a:pt x="41" y="21"/>
                </a:cubicBezTo>
                <a:close/>
                <a:moveTo>
                  <a:pt x="29" y="18"/>
                </a:moveTo>
                <a:cubicBezTo>
                  <a:pt x="29" y="13"/>
                  <a:pt x="26" y="8"/>
                  <a:pt x="21" y="8"/>
                </a:cubicBezTo>
                <a:cubicBezTo>
                  <a:pt x="16" y="8"/>
                  <a:pt x="13" y="12"/>
                  <a:pt x="13" y="17"/>
                </a:cubicBezTo>
                <a:cubicBezTo>
                  <a:pt x="13" y="21"/>
                  <a:pt x="16" y="24"/>
                  <a:pt x="19" y="24"/>
                </a:cubicBezTo>
                <a:cubicBezTo>
                  <a:pt x="22" y="24"/>
                  <a:pt x="23" y="24"/>
                  <a:pt x="24" y="22"/>
                </a:cubicBezTo>
                <a:cubicBezTo>
                  <a:pt x="24" y="22"/>
                  <a:pt x="24" y="22"/>
                  <a:pt x="24" y="22"/>
                </a:cubicBezTo>
                <a:cubicBezTo>
                  <a:pt x="24" y="24"/>
                  <a:pt x="23" y="26"/>
                  <a:pt x="22" y="28"/>
                </a:cubicBezTo>
                <a:cubicBezTo>
                  <a:pt x="20" y="29"/>
                  <a:pt x="19" y="29"/>
                  <a:pt x="17" y="29"/>
                </a:cubicBezTo>
                <a:cubicBezTo>
                  <a:pt x="16" y="29"/>
                  <a:pt x="15" y="30"/>
                  <a:pt x="15" y="29"/>
                </a:cubicBezTo>
                <a:cubicBezTo>
                  <a:pt x="15" y="33"/>
                  <a:pt x="15" y="33"/>
                  <a:pt x="15" y="33"/>
                </a:cubicBezTo>
                <a:cubicBezTo>
                  <a:pt x="15" y="33"/>
                  <a:pt x="16" y="33"/>
                  <a:pt x="17" y="33"/>
                </a:cubicBezTo>
                <a:cubicBezTo>
                  <a:pt x="20" y="33"/>
                  <a:pt x="23" y="32"/>
                  <a:pt x="25" y="30"/>
                </a:cubicBezTo>
                <a:cubicBezTo>
                  <a:pt x="27" y="27"/>
                  <a:pt x="29" y="24"/>
                  <a:pt x="29" y="18"/>
                </a:cubicBezTo>
                <a:close/>
                <a:moveTo>
                  <a:pt x="24" y="18"/>
                </a:moveTo>
                <a:cubicBezTo>
                  <a:pt x="24" y="18"/>
                  <a:pt x="24" y="19"/>
                  <a:pt x="24" y="19"/>
                </a:cubicBezTo>
                <a:cubicBezTo>
                  <a:pt x="24" y="20"/>
                  <a:pt x="22" y="21"/>
                  <a:pt x="21" y="21"/>
                </a:cubicBezTo>
                <a:cubicBezTo>
                  <a:pt x="18" y="21"/>
                  <a:pt x="17" y="19"/>
                  <a:pt x="17" y="17"/>
                </a:cubicBezTo>
                <a:cubicBezTo>
                  <a:pt x="17" y="14"/>
                  <a:pt x="18" y="12"/>
                  <a:pt x="21" y="12"/>
                </a:cubicBezTo>
                <a:cubicBezTo>
                  <a:pt x="21" y="12"/>
                  <a:pt x="21" y="12"/>
                  <a:pt x="21" y="12"/>
                </a:cubicBezTo>
                <a:cubicBezTo>
                  <a:pt x="23" y="12"/>
                  <a:pt x="24" y="14"/>
                  <a:pt x="24" y="18"/>
                </a:cubicBezTo>
                <a:close/>
              </a:path>
            </a:pathLst>
          </a:custGeom>
          <a:solidFill>
            <a:srgbClr val="3E9BD6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82" name="Oval 38">
            <a:extLst>
              <a:ext uri="{FF2B5EF4-FFF2-40B4-BE49-F238E27FC236}">
                <a16:creationId xmlns:a16="http://schemas.microsoft.com/office/drawing/2014/main" id="{B52B164C-2F5E-7C11-14A5-CD843B03CC90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83088" y="1503686"/>
            <a:ext cx="173038" cy="179387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83" name="Freeform 39">
            <a:extLst>
              <a:ext uri="{FF2B5EF4-FFF2-40B4-BE49-F238E27FC236}">
                <a16:creationId xmlns:a16="http://schemas.microsoft.com/office/drawing/2014/main" id="{AC018BD2-0ED2-3377-E61F-A8AF5C690905}"/>
              </a:ext>
            </a:extLst>
          </p:cNvPr>
          <p:cNvSpPr>
            <a:spLocks noEditPoints="1"/>
          </p:cNvSpPr>
          <p:nvPr/>
        </p:nvSpPr>
        <p:spPr bwMode="auto">
          <a:xfrm>
            <a:off x="4394200" y="1511623"/>
            <a:ext cx="153988" cy="163512"/>
          </a:xfrm>
          <a:custGeom>
            <a:avLst/>
            <a:gdLst>
              <a:gd name="T0" fmla="*/ 41 w 41"/>
              <a:gd name="T1" fmla="*/ 21 h 41"/>
              <a:gd name="T2" fmla="*/ 20 w 41"/>
              <a:gd name="T3" fmla="*/ 41 h 41"/>
              <a:gd name="T4" fmla="*/ 0 w 41"/>
              <a:gd name="T5" fmla="*/ 21 h 41"/>
              <a:gd name="T6" fmla="*/ 20 w 41"/>
              <a:gd name="T7" fmla="*/ 0 h 41"/>
              <a:gd name="T8" fmla="*/ 41 w 41"/>
              <a:gd name="T9" fmla="*/ 21 h 41"/>
              <a:gd name="T10" fmla="*/ 16 w 41"/>
              <a:gd name="T11" fmla="*/ 9 h 41"/>
              <a:gd name="T12" fmla="*/ 12 w 41"/>
              <a:gd name="T13" fmla="*/ 9 h 41"/>
              <a:gd name="T14" fmla="*/ 7 w 41"/>
              <a:gd name="T15" fmla="*/ 12 h 41"/>
              <a:gd name="T16" fmla="*/ 8 w 41"/>
              <a:gd name="T17" fmla="*/ 15 h 41"/>
              <a:gd name="T18" fmla="*/ 12 w 41"/>
              <a:gd name="T19" fmla="*/ 13 h 41"/>
              <a:gd name="T20" fmla="*/ 12 w 41"/>
              <a:gd name="T21" fmla="*/ 13 h 41"/>
              <a:gd name="T22" fmla="*/ 12 w 41"/>
              <a:gd name="T23" fmla="*/ 32 h 41"/>
              <a:gd name="T24" fmla="*/ 16 w 41"/>
              <a:gd name="T25" fmla="*/ 32 h 41"/>
              <a:gd name="T26" fmla="*/ 16 w 41"/>
              <a:gd name="T27" fmla="*/ 9 h 41"/>
              <a:gd name="T28" fmla="*/ 35 w 41"/>
              <a:gd name="T29" fmla="*/ 26 h 41"/>
              <a:gd name="T30" fmla="*/ 35 w 41"/>
              <a:gd name="T31" fmla="*/ 23 h 41"/>
              <a:gd name="T32" fmla="*/ 32 w 41"/>
              <a:gd name="T33" fmla="*/ 23 h 41"/>
              <a:gd name="T34" fmla="*/ 32 w 41"/>
              <a:gd name="T35" fmla="*/ 9 h 41"/>
              <a:gd name="T36" fmla="*/ 27 w 41"/>
              <a:gd name="T37" fmla="*/ 9 h 41"/>
              <a:gd name="T38" fmla="*/ 19 w 41"/>
              <a:gd name="T39" fmla="*/ 24 h 41"/>
              <a:gd name="T40" fmla="*/ 19 w 41"/>
              <a:gd name="T41" fmla="*/ 26 h 41"/>
              <a:gd name="T42" fmla="*/ 28 w 41"/>
              <a:gd name="T43" fmla="*/ 26 h 41"/>
              <a:gd name="T44" fmla="*/ 28 w 41"/>
              <a:gd name="T45" fmla="*/ 32 h 41"/>
              <a:gd name="T46" fmla="*/ 32 w 41"/>
              <a:gd name="T47" fmla="*/ 32 h 41"/>
              <a:gd name="T48" fmla="*/ 32 w 41"/>
              <a:gd name="T49" fmla="*/ 26 h 41"/>
              <a:gd name="T50" fmla="*/ 35 w 41"/>
              <a:gd name="T51" fmla="*/ 26 h 41"/>
              <a:gd name="T52" fmla="*/ 28 w 41"/>
              <a:gd name="T53" fmla="*/ 13 h 41"/>
              <a:gd name="T54" fmla="*/ 28 w 41"/>
              <a:gd name="T55" fmla="*/ 13 h 41"/>
              <a:gd name="T56" fmla="*/ 28 w 41"/>
              <a:gd name="T57" fmla="*/ 17 h 41"/>
              <a:gd name="T58" fmla="*/ 28 w 41"/>
              <a:gd name="T59" fmla="*/ 23 h 41"/>
              <a:gd name="T60" fmla="*/ 23 w 41"/>
              <a:gd name="T61" fmla="*/ 23 h 41"/>
              <a:gd name="T62" fmla="*/ 23 w 41"/>
              <a:gd name="T63" fmla="*/ 23 h 41"/>
              <a:gd name="T64" fmla="*/ 27 w 41"/>
              <a:gd name="T65" fmla="*/ 17 h 41"/>
              <a:gd name="T66" fmla="*/ 28 w 41"/>
              <a:gd name="T67" fmla="*/ 13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1" y="41"/>
                  <a:pt x="20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0" y="0"/>
                </a:cubicBezTo>
                <a:cubicBezTo>
                  <a:pt x="31" y="0"/>
                  <a:pt x="41" y="9"/>
                  <a:pt x="41" y="21"/>
                </a:cubicBezTo>
                <a:close/>
                <a:moveTo>
                  <a:pt x="16" y="9"/>
                </a:moveTo>
                <a:cubicBezTo>
                  <a:pt x="12" y="9"/>
                  <a:pt x="12" y="9"/>
                  <a:pt x="12" y="9"/>
                </a:cubicBezTo>
                <a:cubicBezTo>
                  <a:pt x="7" y="12"/>
                  <a:pt x="7" y="12"/>
                  <a:pt x="7" y="12"/>
                </a:cubicBezTo>
                <a:cubicBezTo>
                  <a:pt x="8" y="15"/>
                  <a:pt x="8" y="15"/>
                  <a:pt x="8" y="15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32"/>
                  <a:pt x="12" y="32"/>
                  <a:pt x="12" y="32"/>
                </a:cubicBezTo>
                <a:cubicBezTo>
                  <a:pt x="16" y="32"/>
                  <a:pt x="16" y="32"/>
                  <a:pt x="16" y="32"/>
                </a:cubicBezTo>
                <a:lnTo>
                  <a:pt x="16" y="9"/>
                </a:lnTo>
                <a:close/>
                <a:moveTo>
                  <a:pt x="35" y="26"/>
                </a:moveTo>
                <a:cubicBezTo>
                  <a:pt x="35" y="23"/>
                  <a:pt x="35" y="23"/>
                  <a:pt x="35" y="23"/>
                </a:cubicBezTo>
                <a:cubicBezTo>
                  <a:pt x="32" y="23"/>
                  <a:pt x="32" y="23"/>
                  <a:pt x="32" y="23"/>
                </a:cubicBezTo>
                <a:cubicBezTo>
                  <a:pt x="32" y="9"/>
                  <a:pt x="32" y="9"/>
                  <a:pt x="32" y="9"/>
                </a:cubicBezTo>
                <a:cubicBezTo>
                  <a:pt x="27" y="9"/>
                  <a:pt x="27" y="9"/>
                  <a:pt x="27" y="9"/>
                </a:cubicBezTo>
                <a:cubicBezTo>
                  <a:pt x="19" y="24"/>
                  <a:pt x="19" y="24"/>
                  <a:pt x="19" y="24"/>
                </a:cubicBezTo>
                <a:cubicBezTo>
                  <a:pt x="19" y="26"/>
                  <a:pt x="19" y="26"/>
                  <a:pt x="19" y="26"/>
                </a:cubicBezTo>
                <a:cubicBezTo>
                  <a:pt x="28" y="26"/>
                  <a:pt x="28" y="26"/>
                  <a:pt x="28" y="26"/>
                </a:cubicBezTo>
                <a:cubicBezTo>
                  <a:pt x="28" y="32"/>
                  <a:pt x="28" y="32"/>
                  <a:pt x="28" y="32"/>
                </a:cubicBezTo>
                <a:cubicBezTo>
                  <a:pt x="32" y="32"/>
                  <a:pt x="32" y="32"/>
                  <a:pt x="32" y="32"/>
                </a:cubicBezTo>
                <a:cubicBezTo>
                  <a:pt x="32" y="26"/>
                  <a:pt x="32" y="26"/>
                  <a:pt x="32" y="26"/>
                </a:cubicBezTo>
                <a:lnTo>
                  <a:pt x="35" y="26"/>
                </a:lnTo>
                <a:close/>
                <a:moveTo>
                  <a:pt x="28" y="13"/>
                </a:moveTo>
                <a:cubicBezTo>
                  <a:pt x="28" y="13"/>
                  <a:pt x="28" y="13"/>
                  <a:pt x="28" y="13"/>
                </a:cubicBezTo>
                <a:cubicBezTo>
                  <a:pt x="28" y="14"/>
                  <a:pt x="28" y="16"/>
                  <a:pt x="28" y="17"/>
                </a:cubicBezTo>
                <a:cubicBezTo>
                  <a:pt x="28" y="23"/>
                  <a:pt x="28" y="23"/>
                  <a:pt x="28" y="23"/>
                </a:cubicBezTo>
                <a:cubicBezTo>
                  <a:pt x="23" y="23"/>
                  <a:pt x="23" y="23"/>
                  <a:pt x="23" y="23"/>
                </a:cubicBezTo>
                <a:cubicBezTo>
                  <a:pt x="23" y="23"/>
                  <a:pt x="23" y="23"/>
                  <a:pt x="23" y="23"/>
                </a:cubicBezTo>
                <a:cubicBezTo>
                  <a:pt x="27" y="17"/>
                  <a:pt x="27" y="17"/>
                  <a:pt x="27" y="17"/>
                </a:cubicBezTo>
                <a:cubicBezTo>
                  <a:pt x="27" y="16"/>
                  <a:pt x="28" y="14"/>
                  <a:pt x="28" y="13"/>
                </a:cubicBezTo>
                <a:close/>
              </a:path>
            </a:pathLst>
          </a:custGeom>
          <a:solidFill>
            <a:srgbClr val="3E9BD6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84" name="Oval 40">
            <a:extLst>
              <a:ext uri="{FF2B5EF4-FFF2-40B4-BE49-F238E27FC236}">
                <a16:creationId xmlns:a16="http://schemas.microsoft.com/office/drawing/2014/main" id="{45D970CC-5DAD-7D63-5638-45F1773428EB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1503686"/>
            <a:ext cx="169863" cy="179387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85" name="Freeform 41">
            <a:extLst>
              <a:ext uri="{FF2B5EF4-FFF2-40B4-BE49-F238E27FC236}">
                <a16:creationId xmlns:a16="http://schemas.microsoft.com/office/drawing/2014/main" id="{E33B02D8-DFD5-53E9-6F6A-E8289DF20C56}"/>
              </a:ext>
            </a:extLst>
          </p:cNvPr>
          <p:cNvSpPr>
            <a:spLocks noEditPoints="1"/>
          </p:cNvSpPr>
          <p:nvPr/>
        </p:nvSpPr>
        <p:spPr bwMode="auto">
          <a:xfrm>
            <a:off x="846138" y="1511623"/>
            <a:ext cx="153988" cy="163512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4 w 41"/>
              <a:gd name="T11" fmla="*/ 9 h 41"/>
              <a:gd name="T12" fmla="*/ 21 w 41"/>
              <a:gd name="T13" fmla="*/ 9 h 41"/>
              <a:gd name="T14" fmla="*/ 15 w 41"/>
              <a:gd name="T15" fmla="*/ 12 h 41"/>
              <a:gd name="T16" fmla="*/ 16 w 41"/>
              <a:gd name="T17" fmla="*/ 15 h 41"/>
              <a:gd name="T18" fmla="*/ 20 w 41"/>
              <a:gd name="T19" fmla="*/ 13 h 41"/>
              <a:gd name="T20" fmla="*/ 20 w 41"/>
              <a:gd name="T21" fmla="*/ 13 h 41"/>
              <a:gd name="T22" fmla="*/ 20 w 41"/>
              <a:gd name="T23" fmla="*/ 33 h 41"/>
              <a:gd name="T24" fmla="*/ 24 w 41"/>
              <a:gd name="T25" fmla="*/ 33 h 41"/>
              <a:gd name="T26" fmla="*/ 24 w 41"/>
              <a:gd name="T27" fmla="*/ 9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4" y="9"/>
                </a:moveTo>
                <a:cubicBezTo>
                  <a:pt x="21" y="9"/>
                  <a:pt x="21" y="9"/>
                  <a:pt x="21" y="9"/>
                </a:cubicBezTo>
                <a:cubicBezTo>
                  <a:pt x="15" y="12"/>
                  <a:pt x="15" y="12"/>
                  <a:pt x="15" y="12"/>
                </a:cubicBezTo>
                <a:cubicBezTo>
                  <a:pt x="16" y="15"/>
                  <a:pt x="16" y="15"/>
                  <a:pt x="16" y="15"/>
                </a:cubicBezTo>
                <a:cubicBezTo>
                  <a:pt x="20" y="13"/>
                  <a:pt x="20" y="13"/>
                  <a:pt x="20" y="13"/>
                </a:cubicBezTo>
                <a:cubicBezTo>
                  <a:pt x="20" y="13"/>
                  <a:pt x="20" y="13"/>
                  <a:pt x="20" y="13"/>
                </a:cubicBezTo>
                <a:cubicBezTo>
                  <a:pt x="20" y="33"/>
                  <a:pt x="20" y="33"/>
                  <a:pt x="20" y="33"/>
                </a:cubicBezTo>
                <a:cubicBezTo>
                  <a:pt x="24" y="33"/>
                  <a:pt x="24" y="33"/>
                  <a:pt x="24" y="33"/>
                </a:cubicBezTo>
                <a:lnTo>
                  <a:pt x="24" y="9"/>
                </a:lnTo>
                <a:close/>
              </a:path>
            </a:pathLst>
          </a:custGeom>
          <a:solidFill>
            <a:srgbClr val="3E9BD6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86" name="Oval 42">
            <a:extLst>
              <a:ext uri="{FF2B5EF4-FFF2-40B4-BE49-F238E27FC236}">
                <a16:creationId xmlns:a16="http://schemas.microsoft.com/office/drawing/2014/main" id="{5DDE849D-3C8D-D5A5-1571-8304D256AFC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71563" y="1503686"/>
            <a:ext cx="169863" cy="179387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87" name="Freeform 43">
            <a:extLst>
              <a:ext uri="{FF2B5EF4-FFF2-40B4-BE49-F238E27FC236}">
                <a16:creationId xmlns:a16="http://schemas.microsoft.com/office/drawing/2014/main" id="{D3832BB1-1EF1-E664-A275-921830F559E4}"/>
              </a:ext>
            </a:extLst>
          </p:cNvPr>
          <p:cNvSpPr>
            <a:spLocks noEditPoints="1"/>
          </p:cNvSpPr>
          <p:nvPr/>
        </p:nvSpPr>
        <p:spPr bwMode="auto">
          <a:xfrm>
            <a:off x="1079500" y="1511623"/>
            <a:ext cx="155575" cy="163512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9 w 41"/>
              <a:gd name="T11" fmla="*/ 29 h 41"/>
              <a:gd name="T12" fmla="*/ 20 w 41"/>
              <a:gd name="T13" fmla="*/ 29 h 41"/>
              <a:gd name="T14" fmla="*/ 20 w 41"/>
              <a:gd name="T15" fmla="*/ 29 h 41"/>
              <a:gd name="T16" fmla="*/ 22 w 41"/>
              <a:gd name="T17" fmla="*/ 27 h 41"/>
              <a:gd name="T18" fmla="*/ 28 w 41"/>
              <a:gd name="T19" fmla="*/ 16 h 41"/>
              <a:gd name="T20" fmla="*/ 21 w 41"/>
              <a:gd name="T21" fmla="*/ 8 h 41"/>
              <a:gd name="T22" fmla="*/ 14 w 41"/>
              <a:gd name="T23" fmla="*/ 11 h 41"/>
              <a:gd name="T24" fmla="*/ 15 w 41"/>
              <a:gd name="T25" fmla="*/ 14 h 41"/>
              <a:gd name="T26" fmla="*/ 20 w 41"/>
              <a:gd name="T27" fmla="*/ 12 h 41"/>
              <a:gd name="T28" fmla="*/ 24 w 41"/>
              <a:gd name="T29" fmla="*/ 16 h 41"/>
              <a:gd name="T30" fmla="*/ 16 w 41"/>
              <a:gd name="T31" fmla="*/ 27 h 41"/>
              <a:gd name="T32" fmla="*/ 14 w 41"/>
              <a:gd name="T33" fmla="*/ 30 h 41"/>
              <a:gd name="T34" fmla="*/ 14 w 41"/>
              <a:gd name="T35" fmla="*/ 33 h 41"/>
              <a:gd name="T36" fmla="*/ 29 w 41"/>
              <a:gd name="T37" fmla="*/ 33 h 41"/>
              <a:gd name="T38" fmla="*/ 29 w 41"/>
              <a:gd name="T39" fmla="*/ 29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29"/>
                </a:moveTo>
                <a:cubicBezTo>
                  <a:pt x="20" y="29"/>
                  <a:pt x="20" y="29"/>
                  <a:pt x="20" y="29"/>
                </a:cubicBezTo>
                <a:cubicBezTo>
                  <a:pt x="20" y="29"/>
                  <a:pt x="20" y="29"/>
                  <a:pt x="20" y="29"/>
                </a:cubicBezTo>
                <a:cubicBezTo>
                  <a:pt x="22" y="27"/>
                  <a:pt x="22" y="27"/>
                  <a:pt x="22" y="27"/>
                </a:cubicBezTo>
                <a:cubicBezTo>
                  <a:pt x="25" y="23"/>
                  <a:pt x="28" y="20"/>
                  <a:pt x="28" y="16"/>
                </a:cubicBezTo>
                <a:cubicBezTo>
                  <a:pt x="28" y="12"/>
                  <a:pt x="26" y="8"/>
                  <a:pt x="21" y="8"/>
                </a:cubicBezTo>
                <a:cubicBezTo>
                  <a:pt x="18" y="8"/>
                  <a:pt x="16" y="9"/>
                  <a:pt x="14" y="11"/>
                </a:cubicBezTo>
                <a:cubicBezTo>
                  <a:pt x="15" y="14"/>
                  <a:pt x="15" y="14"/>
                  <a:pt x="15" y="14"/>
                </a:cubicBezTo>
                <a:cubicBezTo>
                  <a:pt x="16" y="13"/>
                  <a:pt x="18" y="12"/>
                  <a:pt x="20" y="12"/>
                </a:cubicBezTo>
                <a:cubicBezTo>
                  <a:pt x="23" y="12"/>
                  <a:pt x="24" y="14"/>
                  <a:pt x="24" y="16"/>
                </a:cubicBezTo>
                <a:cubicBezTo>
                  <a:pt x="24" y="19"/>
                  <a:pt x="21" y="22"/>
                  <a:pt x="16" y="27"/>
                </a:cubicBezTo>
                <a:cubicBezTo>
                  <a:pt x="14" y="30"/>
                  <a:pt x="14" y="30"/>
                  <a:pt x="14" y="30"/>
                </a:cubicBezTo>
                <a:cubicBezTo>
                  <a:pt x="14" y="33"/>
                  <a:pt x="14" y="33"/>
                  <a:pt x="14" y="33"/>
                </a:cubicBezTo>
                <a:cubicBezTo>
                  <a:pt x="29" y="33"/>
                  <a:pt x="29" y="33"/>
                  <a:pt x="29" y="33"/>
                </a:cubicBezTo>
                <a:lnTo>
                  <a:pt x="29" y="29"/>
                </a:lnTo>
                <a:close/>
              </a:path>
            </a:pathLst>
          </a:custGeom>
          <a:solidFill>
            <a:srgbClr val="3E9BD6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88" name="Oval 44">
            <a:extLst>
              <a:ext uri="{FF2B5EF4-FFF2-40B4-BE49-F238E27FC236}">
                <a16:creationId xmlns:a16="http://schemas.microsoft.com/office/drawing/2014/main" id="{755EC5D5-5C3C-B396-7409-A1D0B20F1C9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44613" y="1503686"/>
            <a:ext cx="173038" cy="179387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89" name="Freeform 45">
            <a:extLst>
              <a:ext uri="{FF2B5EF4-FFF2-40B4-BE49-F238E27FC236}">
                <a16:creationId xmlns:a16="http://schemas.microsoft.com/office/drawing/2014/main" id="{F7483330-4268-B844-EFA0-913361908647}"/>
              </a:ext>
            </a:extLst>
          </p:cNvPr>
          <p:cNvSpPr>
            <a:spLocks noEditPoints="1"/>
          </p:cNvSpPr>
          <p:nvPr/>
        </p:nvSpPr>
        <p:spPr bwMode="auto">
          <a:xfrm>
            <a:off x="1350963" y="1511623"/>
            <a:ext cx="155575" cy="163512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9 w 41"/>
              <a:gd name="T11" fmla="*/ 26 h 41"/>
              <a:gd name="T12" fmla="*/ 24 w 41"/>
              <a:gd name="T13" fmla="*/ 20 h 41"/>
              <a:gd name="T14" fmla="*/ 24 w 41"/>
              <a:gd name="T15" fmla="*/ 20 h 41"/>
              <a:gd name="T16" fmla="*/ 28 w 41"/>
              <a:gd name="T17" fmla="*/ 14 h 41"/>
              <a:gd name="T18" fmla="*/ 21 w 41"/>
              <a:gd name="T19" fmla="*/ 8 h 41"/>
              <a:gd name="T20" fmla="*/ 15 w 41"/>
              <a:gd name="T21" fmla="*/ 10 h 41"/>
              <a:gd name="T22" fmla="*/ 16 w 41"/>
              <a:gd name="T23" fmla="*/ 13 h 41"/>
              <a:gd name="T24" fmla="*/ 20 w 41"/>
              <a:gd name="T25" fmla="*/ 12 h 41"/>
              <a:gd name="T26" fmla="*/ 24 w 41"/>
              <a:gd name="T27" fmla="*/ 15 h 41"/>
              <a:gd name="T28" fmla="*/ 19 w 41"/>
              <a:gd name="T29" fmla="*/ 18 h 41"/>
              <a:gd name="T30" fmla="*/ 17 w 41"/>
              <a:gd name="T31" fmla="*/ 18 h 41"/>
              <a:gd name="T32" fmla="*/ 17 w 41"/>
              <a:gd name="T33" fmla="*/ 22 h 41"/>
              <a:gd name="T34" fmla="*/ 19 w 41"/>
              <a:gd name="T35" fmla="*/ 22 h 41"/>
              <a:gd name="T36" fmla="*/ 24 w 41"/>
              <a:gd name="T37" fmla="*/ 26 h 41"/>
              <a:gd name="T38" fmla="*/ 20 w 41"/>
              <a:gd name="T39" fmla="*/ 29 h 41"/>
              <a:gd name="T40" fmla="*/ 15 w 41"/>
              <a:gd name="T41" fmla="*/ 28 h 41"/>
              <a:gd name="T42" fmla="*/ 14 w 41"/>
              <a:gd name="T43" fmla="*/ 31 h 41"/>
              <a:gd name="T44" fmla="*/ 20 w 41"/>
              <a:gd name="T45" fmla="*/ 33 h 41"/>
              <a:gd name="T46" fmla="*/ 29 w 41"/>
              <a:gd name="T47" fmla="*/ 26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10" y="41"/>
                  <a:pt x="0" y="32"/>
                  <a:pt x="0" y="21"/>
                </a:cubicBezTo>
                <a:cubicBezTo>
                  <a:pt x="0" y="9"/>
                  <a:pt x="10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26"/>
                </a:moveTo>
                <a:cubicBezTo>
                  <a:pt x="29" y="23"/>
                  <a:pt x="26" y="20"/>
                  <a:pt x="24" y="20"/>
                </a:cubicBezTo>
                <a:cubicBezTo>
                  <a:pt x="24" y="20"/>
                  <a:pt x="24" y="20"/>
                  <a:pt x="24" y="20"/>
                </a:cubicBezTo>
                <a:cubicBezTo>
                  <a:pt x="26" y="19"/>
                  <a:pt x="28" y="17"/>
                  <a:pt x="28" y="14"/>
                </a:cubicBezTo>
                <a:cubicBezTo>
                  <a:pt x="28" y="11"/>
                  <a:pt x="25" y="8"/>
                  <a:pt x="21" y="8"/>
                </a:cubicBezTo>
                <a:cubicBezTo>
                  <a:pt x="18" y="8"/>
                  <a:pt x="16" y="9"/>
                  <a:pt x="15" y="10"/>
                </a:cubicBezTo>
                <a:cubicBezTo>
                  <a:pt x="16" y="13"/>
                  <a:pt x="16" y="13"/>
                  <a:pt x="16" y="13"/>
                </a:cubicBezTo>
                <a:cubicBezTo>
                  <a:pt x="16" y="13"/>
                  <a:pt x="18" y="12"/>
                  <a:pt x="20" y="12"/>
                </a:cubicBezTo>
                <a:cubicBezTo>
                  <a:pt x="22" y="12"/>
                  <a:pt x="24" y="13"/>
                  <a:pt x="24" y="15"/>
                </a:cubicBezTo>
                <a:cubicBezTo>
                  <a:pt x="24" y="17"/>
                  <a:pt x="21" y="18"/>
                  <a:pt x="19" y="18"/>
                </a:cubicBezTo>
                <a:cubicBezTo>
                  <a:pt x="17" y="18"/>
                  <a:pt x="17" y="18"/>
                  <a:pt x="17" y="18"/>
                </a:cubicBezTo>
                <a:cubicBezTo>
                  <a:pt x="17" y="22"/>
                  <a:pt x="17" y="22"/>
                  <a:pt x="17" y="22"/>
                </a:cubicBezTo>
                <a:cubicBezTo>
                  <a:pt x="19" y="22"/>
                  <a:pt x="19" y="22"/>
                  <a:pt x="19" y="22"/>
                </a:cubicBezTo>
                <a:cubicBezTo>
                  <a:pt x="22" y="22"/>
                  <a:pt x="24" y="23"/>
                  <a:pt x="24" y="26"/>
                </a:cubicBezTo>
                <a:cubicBezTo>
                  <a:pt x="24" y="28"/>
                  <a:pt x="23" y="29"/>
                  <a:pt x="20" y="29"/>
                </a:cubicBezTo>
                <a:cubicBezTo>
                  <a:pt x="18" y="29"/>
                  <a:pt x="16" y="29"/>
                  <a:pt x="15" y="28"/>
                </a:cubicBezTo>
                <a:cubicBezTo>
                  <a:pt x="14" y="31"/>
                  <a:pt x="14" y="31"/>
                  <a:pt x="14" y="31"/>
                </a:cubicBezTo>
                <a:cubicBezTo>
                  <a:pt x="15" y="32"/>
                  <a:pt x="17" y="33"/>
                  <a:pt x="20" y="33"/>
                </a:cubicBezTo>
                <a:cubicBezTo>
                  <a:pt x="25" y="33"/>
                  <a:pt x="29" y="30"/>
                  <a:pt x="29" y="26"/>
                </a:cubicBezTo>
                <a:close/>
              </a:path>
            </a:pathLst>
          </a:custGeom>
          <a:solidFill>
            <a:srgbClr val="3E9BD6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90" name="Oval 46">
            <a:extLst>
              <a:ext uri="{FF2B5EF4-FFF2-40B4-BE49-F238E27FC236}">
                <a16:creationId xmlns:a16="http://schemas.microsoft.com/office/drawing/2014/main" id="{0D1EB87D-8752-BA72-6D80-3526518ECCC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627188" y="1503686"/>
            <a:ext cx="169863" cy="179387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91" name="Freeform 47">
            <a:extLst>
              <a:ext uri="{FF2B5EF4-FFF2-40B4-BE49-F238E27FC236}">
                <a16:creationId xmlns:a16="http://schemas.microsoft.com/office/drawing/2014/main" id="{D8B06A5E-DF07-2A8D-7558-C7053B5495A9}"/>
              </a:ext>
            </a:extLst>
          </p:cNvPr>
          <p:cNvSpPr>
            <a:spLocks noEditPoints="1"/>
          </p:cNvSpPr>
          <p:nvPr/>
        </p:nvSpPr>
        <p:spPr bwMode="auto">
          <a:xfrm>
            <a:off x="1635125" y="1511623"/>
            <a:ext cx="153988" cy="163512"/>
          </a:xfrm>
          <a:custGeom>
            <a:avLst/>
            <a:gdLst>
              <a:gd name="T0" fmla="*/ 41 w 41"/>
              <a:gd name="T1" fmla="*/ 21 h 41"/>
              <a:gd name="T2" fmla="*/ 20 w 41"/>
              <a:gd name="T3" fmla="*/ 41 h 41"/>
              <a:gd name="T4" fmla="*/ 0 w 41"/>
              <a:gd name="T5" fmla="*/ 21 h 41"/>
              <a:gd name="T6" fmla="*/ 20 w 41"/>
              <a:gd name="T7" fmla="*/ 0 h 41"/>
              <a:gd name="T8" fmla="*/ 41 w 41"/>
              <a:gd name="T9" fmla="*/ 21 h 41"/>
              <a:gd name="T10" fmla="*/ 29 w 41"/>
              <a:gd name="T11" fmla="*/ 23 h 41"/>
              <a:gd name="T12" fmla="*/ 26 w 41"/>
              <a:gd name="T13" fmla="*/ 23 h 41"/>
              <a:gd name="T14" fmla="*/ 26 w 41"/>
              <a:gd name="T15" fmla="*/ 9 h 41"/>
              <a:gd name="T16" fmla="*/ 22 w 41"/>
              <a:gd name="T17" fmla="*/ 9 h 41"/>
              <a:gd name="T18" fmla="*/ 13 w 41"/>
              <a:gd name="T19" fmla="*/ 24 h 41"/>
              <a:gd name="T20" fmla="*/ 13 w 41"/>
              <a:gd name="T21" fmla="*/ 27 h 41"/>
              <a:gd name="T22" fmla="*/ 23 w 41"/>
              <a:gd name="T23" fmla="*/ 27 h 41"/>
              <a:gd name="T24" fmla="*/ 23 w 41"/>
              <a:gd name="T25" fmla="*/ 33 h 41"/>
              <a:gd name="T26" fmla="*/ 26 w 41"/>
              <a:gd name="T27" fmla="*/ 33 h 41"/>
              <a:gd name="T28" fmla="*/ 26 w 41"/>
              <a:gd name="T29" fmla="*/ 27 h 41"/>
              <a:gd name="T30" fmla="*/ 29 w 41"/>
              <a:gd name="T31" fmla="*/ 27 h 41"/>
              <a:gd name="T32" fmla="*/ 29 w 41"/>
              <a:gd name="T33" fmla="*/ 23 h 41"/>
              <a:gd name="T34" fmla="*/ 23 w 41"/>
              <a:gd name="T35" fmla="*/ 12 h 41"/>
              <a:gd name="T36" fmla="*/ 23 w 41"/>
              <a:gd name="T37" fmla="*/ 12 h 41"/>
              <a:gd name="T38" fmla="*/ 23 w 41"/>
              <a:gd name="T39" fmla="*/ 17 h 41"/>
              <a:gd name="T40" fmla="*/ 23 w 41"/>
              <a:gd name="T41" fmla="*/ 23 h 41"/>
              <a:gd name="T42" fmla="*/ 17 w 41"/>
              <a:gd name="T43" fmla="*/ 23 h 41"/>
              <a:gd name="T44" fmla="*/ 17 w 41"/>
              <a:gd name="T45" fmla="*/ 23 h 41"/>
              <a:gd name="T46" fmla="*/ 21 w 41"/>
              <a:gd name="T47" fmla="*/ 16 h 41"/>
              <a:gd name="T48" fmla="*/ 23 w 41"/>
              <a:gd name="T49" fmla="*/ 12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0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0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23"/>
                </a:moveTo>
                <a:cubicBezTo>
                  <a:pt x="26" y="23"/>
                  <a:pt x="26" y="23"/>
                  <a:pt x="26" y="23"/>
                </a:cubicBezTo>
                <a:cubicBezTo>
                  <a:pt x="26" y="9"/>
                  <a:pt x="26" y="9"/>
                  <a:pt x="26" y="9"/>
                </a:cubicBezTo>
                <a:cubicBezTo>
                  <a:pt x="22" y="9"/>
                  <a:pt x="22" y="9"/>
                  <a:pt x="22" y="9"/>
                </a:cubicBezTo>
                <a:cubicBezTo>
                  <a:pt x="13" y="24"/>
                  <a:pt x="13" y="24"/>
                  <a:pt x="13" y="24"/>
                </a:cubicBezTo>
                <a:cubicBezTo>
                  <a:pt x="13" y="27"/>
                  <a:pt x="13" y="27"/>
                  <a:pt x="13" y="27"/>
                </a:cubicBezTo>
                <a:cubicBezTo>
                  <a:pt x="23" y="27"/>
                  <a:pt x="23" y="27"/>
                  <a:pt x="23" y="27"/>
                </a:cubicBezTo>
                <a:cubicBezTo>
                  <a:pt x="23" y="33"/>
                  <a:pt x="23" y="33"/>
                  <a:pt x="23" y="33"/>
                </a:cubicBezTo>
                <a:cubicBezTo>
                  <a:pt x="26" y="33"/>
                  <a:pt x="26" y="33"/>
                  <a:pt x="26" y="33"/>
                </a:cubicBezTo>
                <a:cubicBezTo>
                  <a:pt x="26" y="27"/>
                  <a:pt x="26" y="27"/>
                  <a:pt x="26" y="27"/>
                </a:cubicBezTo>
                <a:cubicBezTo>
                  <a:pt x="29" y="27"/>
                  <a:pt x="29" y="27"/>
                  <a:pt x="29" y="27"/>
                </a:cubicBezTo>
                <a:lnTo>
                  <a:pt x="29" y="23"/>
                </a:lnTo>
                <a:close/>
                <a:moveTo>
                  <a:pt x="23" y="12"/>
                </a:moveTo>
                <a:cubicBezTo>
                  <a:pt x="23" y="12"/>
                  <a:pt x="23" y="12"/>
                  <a:pt x="23" y="12"/>
                </a:cubicBezTo>
                <a:cubicBezTo>
                  <a:pt x="23" y="14"/>
                  <a:pt x="23" y="15"/>
                  <a:pt x="23" y="17"/>
                </a:cubicBezTo>
                <a:cubicBezTo>
                  <a:pt x="23" y="23"/>
                  <a:pt x="23" y="23"/>
                  <a:pt x="23" y="23"/>
                </a:cubicBezTo>
                <a:cubicBezTo>
                  <a:pt x="17" y="23"/>
                  <a:pt x="17" y="23"/>
                  <a:pt x="17" y="23"/>
                </a:cubicBezTo>
                <a:cubicBezTo>
                  <a:pt x="17" y="23"/>
                  <a:pt x="17" y="23"/>
                  <a:pt x="17" y="23"/>
                </a:cubicBezTo>
                <a:cubicBezTo>
                  <a:pt x="21" y="16"/>
                  <a:pt x="21" y="16"/>
                  <a:pt x="21" y="16"/>
                </a:cubicBezTo>
                <a:cubicBezTo>
                  <a:pt x="21" y="15"/>
                  <a:pt x="22" y="14"/>
                  <a:pt x="23" y="12"/>
                </a:cubicBezTo>
                <a:close/>
              </a:path>
            </a:pathLst>
          </a:custGeom>
          <a:solidFill>
            <a:srgbClr val="3E9BD6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92" name="Oval 48">
            <a:extLst>
              <a:ext uri="{FF2B5EF4-FFF2-40B4-BE49-F238E27FC236}">
                <a16:creationId xmlns:a16="http://schemas.microsoft.com/office/drawing/2014/main" id="{FB1E99F2-DF40-E2CB-ADB2-DB977B43A1D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895475" y="1503686"/>
            <a:ext cx="169863" cy="179387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93" name="Freeform 49">
            <a:extLst>
              <a:ext uri="{FF2B5EF4-FFF2-40B4-BE49-F238E27FC236}">
                <a16:creationId xmlns:a16="http://schemas.microsoft.com/office/drawing/2014/main" id="{0BBEEEB7-58C8-5FA0-0A14-9DFA55E45086}"/>
              </a:ext>
            </a:extLst>
          </p:cNvPr>
          <p:cNvSpPr>
            <a:spLocks noEditPoints="1"/>
          </p:cNvSpPr>
          <p:nvPr/>
        </p:nvSpPr>
        <p:spPr bwMode="auto">
          <a:xfrm>
            <a:off x="1901825" y="1511623"/>
            <a:ext cx="155575" cy="163512"/>
          </a:xfrm>
          <a:custGeom>
            <a:avLst/>
            <a:gdLst>
              <a:gd name="T0" fmla="*/ 41 w 41"/>
              <a:gd name="T1" fmla="*/ 21 h 41"/>
              <a:gd name="T2" fmla="*/ 20 w 41"/>
              <a:gd name="T3" fmla="*/ 41 h 41"/>
              <a:gd name="T4" fmla="*/ 0 w 41"/>
              <a:gd name="T5" fmla="*/ 21 h 41"/>
              <a:gd name="T6" fmla="*/ 20 w 41"/>
              <a:gd name="T7" fmla="*/ 0 h 41"/>
              <a:gd name="T8" fmla="*/ 41 w 41"/>
              <a:gd name="T9" fmla="*/ 21 h 41"/>
              <a:gd name="T10" fmla="*/ 28 w 41"/>
              <a:gd name="T11" fmla="*/ 25 h 41"/>
              <a:gd name="T12" fmla="*/ 25 w 41"/>
              <a:gd name="T13" fmla="*/ 19 h 41"/>
              <a:gd name="T14" fmla="*/ 20 w 41"/>
              <a:gd name="T15" fmla="*/ 17 h 41"/>
              <a:gd name="T16" fmla="*/ 18 w 41"/>
              <a:gd name="T17" fmla="*/ 17 h 41"/>
              <a:gd name="T18" fmla="*/ 19 w 41"/>
              <a:gd name="T19" fmla="*/ 12 h 41"/>
              <a:gd name="T20" fmla="*/ 27 w 41"/>
              <a:gd name="T21" fmla="*/ 12 h 41"/>
              <a:gd name="T22" fmla="*/ 27 w 41"/>
              <a:gd name="T23" fmla="*/ 9 h 41"/>
              <a:gd name="T24" fmla="*/ 16 w 41"/>
              <a:gd name="T25" fmla="*/ 9 h 41"/>
              <a:gd name="T26" fmla="*/ 15 w 41"/>
              <a:gd name="T27" fmla="*/ 21 h 41"/>
              <a:gd name="T28" fmla="*/ 18 w 41"/>
              <a:gd name="T29" fmla="*/ 21 h 41"/>
              <a:gd name="T30" fmla="*/ 24 w 41"/>
              <a:gd name="T31" fmla="*/ 25 h 41"/>
              <a:gd name="T32" fmla="*/ 19 w 41"/>
              <a:gd name="T33" fmla="*/ 30 h 41"/>
              <a:gd name="T34" fmla="*/ 14 w 41"/>
              <a:gd name="T35" fmla="*/ 28 h 41"/>
              <a:gd name="T36" fmla="*/ 13 w 41"/>
              <a:gd name="T37" fmla="*/ 32 h 41"/>
              <a:gd name="T38" fmla="*/ 19 w 41"/>
              <a:gd name="T39" fmla="*/ 33 h 41"/>
              <a:gd name="T40" fmla="*/ 28 w 41"/>
              <a:gd name="T41" fmla="*/ 25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0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0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8" y="25"/>
                </a:moveTo>
                <a:cubicBezTo>
                  <a:pt x="28" y="22"/>
                  <a:pt x="27" y="20"/>
                  <a:pt x="25" y="19"/>
                </a:cubicBezTo>
                <a:cubicBezTo>
                  <a:pt x="24" y="18"/>
                  <a:pt x="22" y="17"/>
                  <a:pt x="20" y="17"/>
                </a:cubicBezTo>
                <a:cubicBezTo>
                  <a:pt x="19" y="17"/>
                  <a:pt x="19" y="17"/>
                  <a:pt x="18" y="17"/>
                </a:cubicBezTo>
                <a:cubicBezTo>
                  <a:pt x="19" y="12"/>
                  <a:pt x="19" y="12"/>
                  <a:pt x="19" y="12"/>
                </a:cubicBezTo>
                <a:cubicBezTo>
                  <a:pt x="27" y="12"/>
                  <a:pt x="27" y="12"/>
                  <a:pt x="27" y="12"/>
                </a:cubicBezTo>
                <a:cubicBezTo>
                  <a:pt x="27" y="9"/>
                  <a:pt x="27" y="9"/>
                  <a:pt x="27" y="9"/>
                </a:cubicBezTo>
                <a:cubicBezTo>
                  <a:pt x="16" y="9"/>
                  <a:pt x="16" y="9"/>
                  <a:pt x="16" y="9"/>
                </a:cubicBezTo>
                <a:cubicBezTo>
                  <a:pt x="15" y="21"/>
                  <a:pt x="15" y="21"/>
                  <a:pt x="15" y="21"/>
                </a:cubicBezTo>
                <a:cubicBezTo>
                  <a:pt x="15" y="21"/>
                  <a:pt x="16" y="21"/>
                  <a:pt x="18" y="21"/>
                </a:cubicBezTo>
                <a:cubicBezTo>
                  <a:pt x="22" y="21"/>
                  <a:pt x="24" y="22"/>
                  <a:pt x="24" y="25"/>
                </a:cubicBezTo>
                <a:cubicBezTo>
                  <a:pt x="24" y="28"/>
                  <a:pt x="21" y="30"/>
                  <a:pt x="19" y="30"/>
                </a:cubicBezTo>
                <a:cubicBezTo>
                  <a:pt x="17" y="30"/>
                  <a:pt x="15" y="29"/>
                  <a:pt x="14" y="28"/>
                </a:cubicBezTo>
                <a:cubicBezTo>
                  <a:pt x="13" y="32"/>
                  <a:pt x="13" y="32"/>
                  <a:pt x="13" y="32"/>
                </a:cubicBezTo>
                <a:cubicBezTo>
                  <a:pt x="14" y="32"/>
                  <a:pt x="17" y="33"/>
                  <a:pt x="19" y="33"/>
                </a:cubicBezTo>
                <a:cubicBezTo>
                  <a:pt x="25" y="33"/>
                  <a:pt x="28" y="29"/>
                  <a:pt x="28" y="25"/>
                </a:cubicBezTo>
                <a:close/>
              </a:path>
            </a:pathLst>
          </a:custGeom>
          <a:solidFill>
            <a:srgbClr val="3E9BD6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94" name="Oval 50">
            <a:extLst>
              <a:ext uri="{FF2B5EF4-FFF2-40B4-BE49-F238E27FC236}">
                <a16:creationId xmlns:a16="http://schemas.microsoft.com/office/drawing/2014/main" id="{CF0C72D3-3087-C757-4EDA-108B36FB86F6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85988" y="1503686"/>
            <a:ext cx="169863" cy="179387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95" name="Freeform 51">
            <a:extLst>
              <a:ext uri="{FF2B5EF4-FFF2-40B4-BE49-F238E27FC236}">
                <a16:creationId xmlns:a16="http://schemas.microsoft.com/office/drawing/2014/main" id="{89444D3B-97D4-A9CF-C4A0-70E105D4D240}"/>
              </a:ext>
            </a:extLst>
          </p:cNvPr>
          <p:cNvSpPr>
            <a:spLocks noEditPoints="1"/>
          </p:cNvSpPr>
          <p:nvPr/>
        </p:nvSpPr>
        <p:spPr bwMode="auto">
          <a:xfrm>
            <a:off x="2193925" y="1511623"/>
            <a:ext cx="153988" cy="163512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9 w 41"/>
              <a:gd name="T11" fmla="*/ 25 h 41"/>
              <a:gd name="T12" fmla="*/ 22 w 41"/>
              <a:gd name="T13" fmla="*/ 17 h 41"/>
              <a:gd name="T14" fmla="*/ 18 w 41"/>
              <a:gd name="T15" fmla="*/ 19 h 41"/>
              <a:gd name="T16" fmla="*/ 17 w 41"/>
              <a:gd name="T17" fmla="*/ 19 h 41"/>
              <a:gd name="T18" fmla="*/ 25 w 41"/>
              <a:gd name="T19" fmla="*/ 12 h 41"/>
              <a:gd name="T20" fmla="*/ 27 w 41"/>
              <a:gd name="T21" fmla="*/ 12 h 41"/>
              <a:gd name="T22" fmla="*/ 27 w 41"/>
              <a:gd name="T23" fmla="*/ 8 h 41"/>
              <a:gd name="T24" fmla="*/ 25 w 41"/>
              <a:gd name="T25" fmla="*/ 8 h 41"/>
              <a:gd name="T26" fmla="*/ 17 w 41"/>
              <a:gd name="T27" fmla="*/ 12 h 41"/>
              <a:gd name="T28" fmla="*/ 13 w 41"/>
              <a:gd name="T29" fmla="*/ 23 h 41"/>
              <a:gd name="T30" fmla="*/ 22 w 41"/>
              <a:gd name="T31" fmla="*/ 33 h 41"/>
              <a:gd name="T32" fmla="*/ 29 w 41"/>
              <a:gd name="T33" fmla="*/ 25 h 41"/>
              <a:gd name="T34" fmla="*/ 25 w 41"/>
              <a:gd name="T35" fmla="*/ 25 h 41"/>
              <a:gd name="T36" fmla="*/ 22 w 41"/>
              <a:gd name="T37" fmla="*/ 30 h 41"/>
              <a:gd name="T38" fmla="*/ 21 w 41"/>
              <a:gd name="T39" fmla="*/ 30 h 41"/>
              <a:gd name="T40" fmla="*/ 17 w 41"/>
              <a:gd name="T41" fmla="*/ 24 h 41"/>
              <a:gd name="T42" fmla="*/ 18 w 41"/>
              <a:gd name="T43" fmla="*/ 22 h 41"/>
              <a:gd name="T44" fmla="*/ 21 w 41"/>
              <a:gd name="T45" fmla="*/ 20 h 41"/>
              <a:gd name="T46" fmla="*/ 25 w 41"/>
              <a:gd name="T47" fmla="*/ 25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25"/>
                </a:moveTo>
                <a:cubicBezTo>
                  <a:pt x="29" y="20"/>
                  <a:pt x="26" y="17"/>
                  <a:pt x="22" y="17"/>
                </a:cubicBezTo>
                <a:cubicBezTo>
                  <a:pt x="20" y="17"/>
                  <a:pt x="19" y="18"/>
                  <a:pt x="18" y="19"/>
                </a:cubicBezTo>
                <a:cubicBezTo>
                  <a:pt x="17" y="19"/>
                  <a:pt x="17" y="19"/>
                  <a:pt x="17" y="19"/>
                </a:cubicBezTo>
                <a:cubicBezTo>
                  <a:pt x="18" y="16"/>
                  <a:pt x="20" y="13"/>
                  <a:pt x="25" y="12"/>
                </a:cubicBezTo>
                <a:cubicBezTo>
                  <a:pt x="26" y="12"/>
                  <a:pt x="26" y="12"/>
                  <a:pt x="27" y="12"/>
                </a:cubicBezTo>
                <a:cubicBezTo>
                  <a:pt x="27" y="8"/>
                  <a:pt x="27" y="8"/>
                  <a:pt x="27" y="8"/>
                </a:cubicBezTo>
                <a:cubicBezTo>
                  <a:pt x="26" y="8"/>
                  <a:pt x="26" y="8"/>
                  <a:pt x="25" y="8"/>
                </a:cubicBezTo>
                <a:cubicBezTo>
                  <a:pt x="22" y="9"/>
                  <a:pt x="19" y="10"/>
                  <a:pt x="17" y="12"/>
                </a:cubicBezTo>
                <a:cubicBezTo>
                  <a:pt x="15" y="14"/>
                  <a:pt x="13" y="18"/>
                  <a:pt x="13" y="23"/>
                </a:cubicBezTo>
                <a:cubicBezTo>
                  <a:pt x="13" y="29"/>
                  <a:pt x="16" y="33"/>
                  <a:pt x="22" y="33"/>
                </a:cubicBezTo>
                <a:cubicBezTo>
                  <a:pt x="26" y="33"/>
                  <a:pt x="29" y="29"/>
                  <a:pt x="29" y="25"/>
                </a:cubicBezTo>
                <a:close/>
                <a:moveTo>
                  <a:pt x="25" y="25"/>
                </a:moveTo>
                <a:cubicBezTo>
                  <a:pt x="25" y="28"/>
                  <a:pt x="24" y="30"/>
                  <a:pt x="22" y="30"/>
                </a:cubicBezTo>
                <a:cubicBezTo>
                  <a:pt x="21" y="30"/>
                  <a:pt x="21" y="30"/>
                  <a:pt x="21" y="30"/>
                </a:cubicBezTo>
                <a:cubicBezTo>
                  <a:pt x="19" y="30"/>
                  <a:pt x="17" y="27"/>
                  <a:pt x="17" y="24"/>
                </a:cubicBezTo>
                <a:cubicBezTo>
                  <a:pt x="17" y="23"/>
                  <a:pt x="17" y="23"/>
                  <a:pt x="18" y="22"/>
                </a:cubicBezTo>
                <a:cubicBezTo>
                  <a:pt x="18" y="21"/>
                  <a:pt x="20" y="20"/>
                  <a:pt x="21" y="20"/>
                </a:cubicBezTo>
                <a:cubicBezTo>
                  <a:pt x="24" y="20"/>
                  <a:pt x="25" y="22"/>
                  <a:pt x="25" y="25"/>
                </a:cubicBezTo>
                <a:close/>
              </a:path>
            </a:pathLst>
          </a:custGeom>
          <a:solidFill>
            <a:srgbClr val="3E9BD6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96" name="Oval 52">
            <a:extLst>
              <a:ext uri="{FF2B5EF4-FFF2-40B4-BE49-F238E27FC236}">
                <a16:creationId xmlns:a16="http://schemas.microsoft.com/office/drawing/2014/main" id="{9F010FCB-0A34-5C6B-7DC1-EDEA3E775F59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03488" y="1503686"/>
            <a:ext cx="169863" cy="179387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97" name="Freeform 53">
            <a:extLst>
              <a:ext uri="{FF2B5EF4-FFF2-40B4-BE49-F238E27FC236}">
                <a16:creationId xmlns:a16="http://schemas.microsoft.com/office/drawing/2014/main" id="{5E4476C2-C034-5A5E-DC63-9C3930E10DDD}"/>
              </a:ext>
            </a:extLst>
          </p:cNvPr>
          <p:cNvSpPr>
            <a:spLocks noEditPoints="1"/>
          </p:cNvSpPr>
          <p:nvPr/>
        </p:nvSpPr>
        <p:spPr bwMode="auto">
          <a:xfrm>
            <a:off x="2509838" y="1511623"/>
            <a:ext cx="155575" cy="163512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9 w 41"/>
              <a:gd name="T11" fmla="*/ 9 h 41"/>
              <a:gd name="T12" fmla="*/ 14 w 41"/>
              <a:gd name="T13" fmla="*/ 9 h 41"/>
              <a:gd name="T14" fmla="*/ 14 w 41"/>
              <a:gd name="T15" fmla="*/ 12 h 41"/>
              <a:gd name="T16" fmla="*/ 24 w 41"/>
              <a:gd name="T17" fmla="*/ 12 h 41"/>
              <a:gd name="T18" fmla="*/ 24 w 41"/>
              <a:gd name="T19" fmla="*/ 12 h 41"/>
              <a:gd name="T20" fmla="*/ 15 w 41"/>
              <a:gd name="T21" fmla="*/ 33 h 41"/>
              <a:gd name="T22" fmla="*/ 20 w 41"/>
              <a:gd name="T23" fmla="*/ 33 h 41"/>
              <a:gd name="T24" fmla="*/ 29 w 41"/>
              <a:gd name="T25" fmla="*/ 12 h 41"/>
              <a:gd name="T26" fmla="*/ 29 w 41"/>
              <a:gd name="T27" fmla="*/ 9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9"/>
                </a:moveTo>
                <a:cubicBezTo>
                  <a:pt x="14" y="9"/>
                  <a:pt x="14" y="9"/>
                  <a:pt x="14" y="9"/>
                </a:cubicBezTo>
                <a:cubicBezTo>
                  <a:pt x="14" y="12"/>
                  <a:pt x="14" y="12"/>
                  <a:pt x="14" y="12"/>
                </a:cubicBezTo>
                <a:cubicBezTo>
                  <a:pt x="24" y="12"/>
                  <a:pt x="24" y="12"/>
                  <a:pt x="24" y="12"/>
                </a:cubicBezTo>
                <a:cubicBezTo>
                  <a:pt x="24" y="12"/>
                  <a:pt x="24" y="12"/>
                  <a:pt x="24" y="12"/>
                </a:cubicBezTo>
                <a:cubicBezTo>
                  <a:pt x="15" y="33"/>
                  <a:pt x="15" y="33"/>
                  <a:pt x="15" y="33"/>
                </a:cubicBezTo>
                <a:cubicBezTo>
                  <a:pt x="20" y="33"/>
                  <a:pt x="20" y="33"/>
                  <a:pt x="20" y="33"/>
                </a:cubicBezTo>
                <a:cubicBezTo>
                  <a:pt x="29" y="12"/>
                  <a:pt x="29" y="12"/>
                  <a:pt x="29" y="12"/>
                </a:cubicBezTo>
                <a:lnTo>
                  <a:pt x="29" y="9"/>
                </a:lnTo>
                <a:close/>
              </a:path>
            </a:pathLst>
          </a:custGeom>
          <a:solidFill>
            <a:srgbClr val="3E9BD6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98" name="Oval 54">
            <a:extLst>
              <a:ext uri="{FF2B5EF4-FFF2-40B4-BE49-F238E27FC236}">
                <a16:creationId xmlns:a16="http://schemas.microsoft.com/office/drawing/2014/main" id="{19A27CFB-CD1A-83FC-D3AD-CB4931E8BCCD}"/>
              </a:ext>
            </a:extLst>
          </p:cNvPr>
          <p:cNvSpPr>
            <a:spLocks noChangeArrowheads="1"/>
          </p:cNvSpPr>
          <p:nvPr/>
        </p:nvSpPr>
        <p:spPr bwMode="auto">
          <a:xfrm>
            <a:off x="2709863" y="1503686"/>
            <a:ext cx="169863" cy="179387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99" name="Freeform 55">
            <a:extLst>
              <a:ext uri="{FF2B5EF4-FFF2-40B4-BE49-F238E27FC236}">
                <a16:creationId xmlns:a16="http://schemas.microsoft.com/office/drawing/2014/main" id="{786E519C-BE47-75C8-B367-A7A0DE810977}"/>
              </a:ext>
            </a:extLst>
          </p:cNvPr>
          <p:cNvSpPr>
            <a:spLocks noEditPoints="1"/>
          </p:cNvSpPr>
          <p:nvPr/>
        </p:nvSpPr>
        <p:spPr bwMode="auto">
          <a:xfrm>
            <a:off x="2717800" y="1511623"/>
            <a:ext cx="155575" cy="163512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9 w 41"/>
              <a:gd name="T11" fmla="*/ 26 h 41"/>
              <a:gd name="T12" fmla="*/ 25 w 41"/>
              <a:gd name="T13" fmla="*/ 20 h 41"/>
              <a:gd name="T14" fmla="*/ 25 w 41"/>
              <a:gd name="T15" fmla="*/ 20 h 41"/>
              <a:gd name="T16" fmla="*/ 28 w 41"/>
              <a:gd name="T17" fmla="*/ 14 h 41"/>
              <a:gd name="T18" fmla="*/ 22 w 41"/>
              <a:gd name="T19" fmla="*/ 8 h 41"/>
              <a:gd name="T20" fmla="*/ 14 w 41"/>
              <a:gd name="T21" fmla="*/ 15 h 41"/>
              <a:gd name="T22" fmla="*/ 18 w 41"/>
              <a:gd name="T23" fmla="*/ 20 h 41"/>
              <a:gd name="T24" fmla="*/ 18 w 41"/>
              <a:gd name="T25" fmla="*/ 20 h 41"/>
              <a:gd name="T26" fmla="*/ 13 w 41"/>
              <a:gd name="T27" fmla="*/ 26 h 41"/>
              <a:gd name="T28" fmla="*/ 21 w 41"/>
              <a:gd name="T29" fmla="*/ 33 h 41"/>
              <a:gd name="T30" fmla="*/ 29 w 41"/>
              <a:gd name="T31" fmla="*/ 26 h 41"/>
              <a:gd name="T32" fmla="*/ 25 w 41"/>
              <a:gd name="T33" fmla="*/ 26 h 41"/>
              <a:gd name="T34" fmla="*/ 21 w 41"/>
              <a:gd name="T35" fmla="*/ 30 h 41"/>
              <a:gd name="T36" fmla="*/ 18 w 41"/>
              <a:gd name="T37" fmla="*/ 26 h 41"/>
              <a:gd name="T38" fmla="*/ 21 w 41"/>
              <a:gd name="T39" fmla="*/ 22 h 41"/>
              <a:gd name="T40" fmla="*/ 25 w 41"/>
              <a:gd name="T41" fmla="*/ 26 h 41"/>
              <a:gd name="T42" fmla="*/ 18 w 41"/>
              <a:gd name="T43" fmla="*/ 15 h 41"/>
              <a:gd name="T44" fmla="*/ 21 w 41"/>
              <a:gd name="T45" fmla="*/ 11 h 41"/>
              <a:gd name="T46" fmla="*/ 25 w 41"/>
              <a:gd name="T47" fmla="*/ 15 h 41"/>
              <a:gd name="T48" fmla="*/ 22 w 41"/>
              <a:gd name="T49" fmla="*/ 18 h 41"/>
              <a:gd name="T50" fmla="*/ 18 w 41"/>
              <a:gd name="T51" fmla="*/ 15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26"/>
                </a:moveTo>
                <a:cubicBezTo>
                  <a:pt x="29" y="23"/>
                  <a:pt x="28" y="21"/>
                  <a:pt x="25" y="20"/>
                </a:cubicBezTo>
                <a:cubicBezTo>
                  <a:pt x="25" y="20"/>
                  <a:pt x="25" y="20"/>
                  <a:pt x="25" y="20"/>
                </a:cubicBezTo>
                <a:cubicBezTo>
                  <a:pt x="28" y="18"/>
                  <a:pt x="28" y="16"/>
                  <a:pt x="28" y="14"/>
                </a:cubicBezTo>
                <a:cubicBezTo>
                  <a:pt x="28" y="11"/>
                  <a:pt x="26" y="8"/>
                  <a:pt x="22" y="8"/>
                </a:cubicBezTo>
                <a:cubicBezTo>
                  <a:pt x="17" y="8"/>
                  <a:pt x="14" y="11"/>
                  <a:pt x="14" y="15"/>
                </a:cubicBezTo>
                <a:cubicBezTo>
                  <a:pt x="14" y="17"/>
                  <a:pt x="15" y="19"/>
                  <a:pt x="18" y="20"/>
                </a:cubicBezTo>
                <a:cubicBezTo>
                  <a:pt x="18" y="20"/>
                  <a:pt x="18" y="20"/>
                  <a:pt x="18" y="20"/>
                </a:cubicBezTo>
                <a:cubicBezTo>
                  <a:pt x="15" y="21"/>
                  <a:pt x="13" y="24"/>
                  <a:pt x="13" y="26"/>
                </a:cubicBezTo>
                <a:cubicBezTo>
                  <a:pt x="13" y="30"/>
                  <a:pt x="16" y="33"/>
                  <a:pt x="21" y="33"/>
                </a:cubicBezTo>
                <a:cubicBezTo>
                  <a:pt x="26" y="33"/>
                  <a:pt x="29" y="30"/>
                  <a:pt x="29" y="26"/>
                </a:cubicBezTo>
                <a:close/>
                <a:moveTo>
                  <a:pt x="25" y="26"/>
                </a:moveTo>
                <a:cubicBezTo>
                  <a:pt x="25" y="28"/>
                  <a:pt x="24" y="30"/>
                  <a:pt x="21" y="30"/>
                </a:cubicBezTo>
                <a:cubicBezTo>
                  <a:pt x="19" y="30"/>
                  <a:pt x="18" y="28"/>
                  <a:pt x="18" y="26"/>
                </a:cubicBezTo>
                <a:cubicBezTo>
                  <a:pt x="18" y="24"/>
                  <a:pt x="19" y="22"/>
                  <a:pt x="21" y="22"/>
                </a:cubicBezTo>
                <a:cubicBezTo>
                  <a:pt x="23" y="23"/>
                  <a:pt x="25" y="24"/>
                  <a:pt x="25" y="26"/>
                </a:cubicBezTo>
                <a:close/>
                <a:moveTo>
                  <a:pt x="18" y="15"/>
                </a:moveTo>
                <a:cubicBezTo>
                  <a:pt x="18" y="13"/>
                  <a:pt x="19" y="11"/>
                  <a:pt x="21" y="11"/>
                </a:cubicBezTo>
                <a:cubicBezTo>
                  <a:pt x="24" y="11"/>
                  <a:pt x="25" y="13"/>
                  <a:pt x="25" y="15"/>
                </a:cubicBezTo>
                <a:cubicBezTo>
                  <a:pt x="25" y="17"/>
                  <a:pt x="23" y="18"/>
                  <a:pt x="22" y="18"/>
                </a:cubicBezTo>
                <a:cubicBezTo>
                  <a:pt x="20" y="18"/>
                  <a:pt x="18" y="17"/>
                  <a:pt x="18" y="15"/>
                </a:cubicBezTo>
                <a:close/>
              </a:path>
            </a:pathLst>
          </a:custGeom>
          <a:solidFill>
            <a:srgbClr val="3E9BD6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00" name="Oval 56">
            <a:extLst>
              <a:ext uri="{FF2B5EF4-FFF2-40B4-BE49-F238E27FC236}">
                <a16:creationId xmlns:a16="http://schemas.microsoft.com/office/drawing/2014/main" id="{CF5DA462-BEC0-518F-F2A7-7E607B56EE4E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54375" y="1503686"/>
            <a:ext cx="169863" cy="179387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01" name="Freeform 57">
            <a:extLst>
              <a:ext uri="{FF2B5EF4-FFF2-40B4-BE49-F238E27FC236}">
                <a16:creationId xmlns:a16="http://schemas.microsoft.com/office/drawing/2014/main" id="{A02B69BF-8AD8-C294-1938-21B0E563A639}"/>
              </a:ext>
            </a:extLst>
          </p:cNvPr>
          <p:cNvSpPr>
            <a:spLocks noEditPoints="1"/>
          </p:cNvSpPr>
          <p:nvPr/>
        </p:nvSpPr>
        <p:spPr bwMode="auto">
          <a:xfrm>
            <a:off x="3262313" y="1511623"/>
            <a:ext cx="153988" cy="163512"/>
          </a:xfrm>
          <a:custGeom>
            <a:avLst/>
            <a:gdLst>
              <a:gd name="T0" fmla="*/ 41 w 41"/>
              <a:gd name="T1" fmla="*/ 21 h 41"/>
              <a:gd name="T2" fmla="*/ 20 w 41"/>
              <a:gd name="T3" fmla="*/ 41 h 41"/>
              <a:gd name="T4" fmla="*/ 0 w 41"/>
              <a:gd name="T5" fmla="*/ 21 h 41"/>
              <a:gd name="T6" fmla="*/ 20 w 41"/>
              <a:gd name="T7" fmla="*/ 0 h 41"/>
              <a:gd name="T8" fmla="*/ 41 w 41"/>
              <a:gd name="T9" fmla="*/ 21 h 41"/>
              <a:gd name="T10" fmla="*/ 16 w 41"/>
              <a:gd name="T11" fmla="*/ 9 h 41"/>
              <a:gd name="T12" fmla="*/ 13 w 41"/>
              <a:gd name="T13" fmla="*/ 9 h 41"/>
              <a:gd name="T14" fmla="*/ 7 w 41"/>
              <a:gd name="T15" fmla="*/ 12 h 41"/>
              <a:gd name="T16" fmla="*/ 8 w 41"/>
              <a:gd name="T17" fmla="*/ 15 h 41"/>
              <a:gd name="T18" fmla="*/ 12 w 41"/>
              <a:gd name="T19" fmla="*/ 13 h 41"/>
              <a:gd name="T20" fmla="*/ 12 w 41"/>
              <a:gd name="T21" fmla="*/ 13 h 41"/>
              <a:gd name="T22" fmla="*/ 12 w 41"/>
              <a:gd name="T23" fmla="*/ 32 h 41"/>
              <a:gd name="T24" fmla="*/ 16 w 41"/>
              <a:gd name="T25" fmla="*/ 32 h 41"/>
              <a:gd name="T26" fmla="*/ 16 w 41"/>
              <a:gd name="T27" fmla="*/ 9 h 41"/>
              <a:gd name="T28" fmla="*/ 35 w 41"/>
              <a:gd name="T29" fmla="*/ 21 h 41"/>
              <a:gd name="T30" fmla="*/ 27 w 41"/>
              <a:gd name="T31" fmla="*/ 9 h 41"/>
              <a:gd name="T32" fmla="*/ 19 w 41"/>
              <a:gd name="T33" fmla="*/ 21 h 41"/>
              <a:gd name="T34" fmla="*/ 27 w 41"/>
              <a:gd name="T35" fmla="*/ 33 h 41"/>
              <a:gd name="T36" fmla="*/ 35 w 41"/>
              <a:gd name="T37" fmla="*/ 21 h 41"/>
              <a:gd name="T38" fmla="*/ 31 w 41"/>
              <a:gd name="T39" fmla="*/ 21 h 41"/>
              <a:gd name="T40" fmla="*/ 27 w 41"/>
              <a:gd name="T41" fmla="*/ 29 h 41"/>
              <a:gd name="T42" fmla="*/ 23 w 41"/>
              <a:gd name="T43" fmla="*/ 21 h 41"/>
              <a:gd name="T44" fmla="*/ 27 w 41"/>
              <a:gd name="T45" fmla="*/ 12 h 41"/>
              <a:gd name="T46" fmla="*/ 31 w 41"/>
              <a:gd name="T47" fmla="*/ 21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0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0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16" y="9"/>
                </a:moveTo>
                <a:cubicBezTo>
                  <a:pt x="13" y="9"/>
                  <a:pt x="13" y="9"/>
                  <a:pt x="13" y="9"/>
                </a:cubicBezTo>
                <a:cubicBezTo>
                  <a:pt x="7" y="12"/>
                  <a:pt x="7" y="12"/>
                  <a:pt x="7" y="12"/>
                </a:cubicBezTo>
                <a:cubicBezTo>
                  <a:pt x="8" y="15"/>
                  <a:pt x="8" y="15"/>
                  <a:pt x="8" y="15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32"/>
                  <a:pt x="12" y="32"/>
                  <a:pt x="12" y="32"/>
                </a:cubicBezTo>
                <a:cubicBezTo>
                  <a:pt x="16" y="32"/>
                  <a:pt x="16" y="32"/>
                  <a:pt x="16" y="32"/>
                </a:cubicBezTo>
                <a:lnTo>
                  <a:pt x="16" y="9"/>
                </a:lnTo>
                <a:close/>
                <a:moveTo>
                  <a:pt x="35" y="21"/>
                </a:moveTo>
                <a:cubicBezTo>
                  <a:pt x="35" y="14"/>
                  <a:pt x="32" y="9"/>
                  <a:pt x="27" y="9"/>
                </a:cubicBezTo>
                <a:cubicBezTo>
                  <a:pt x="22" y="9"/>
                  <a:pt x="19" y="14"/>
                  <a:pt x="19" y="21"/>
                </a:cubicBezTo>
                <a:cubicBezTo>
                  <a:pt x="20" y="28"/>
                  <a:pt x="22" y="33"/>
                  <a:pt x="27" y="33"/>
                </a:cubicBezTo>
                <a:cubicBezTo>
                  <a:pt x="32" y="33"/>
                  <a:pt x="35" y="28"/>
                  <a:pt x="35" y="21"/>
                </a:cubicBezTo>
                <a:close/>
                <a:moveTo>
                  <a:pt x="31" y="21"/>
                </a:moveTo>
                <a:cubicBezTo>
                  <a:pt x="31" y="26"/>
                  <a:pt x="29" y="29"/>
                  <a:pt x="27" y="29"/>
                </a:cubicBezTo>
                <a:cubicBezTo>
                  <a:pt x="25" y="29"/>
                  <a:pt x="23" y="26"/>
                  <a:pt x="23" y="21"/>
                </a:cubicBezTo>
                <a:cubicBezTo>
                  <a:pt x="23" y="15"/>
                  <a:pt x="25" y="12"/>
                  <a:pt x="27" y="12"/>
                </a:cubicBezTo>
                <a:cubicBezTo>
                  <a:pt x="29" y="12"/>
                  <a:pt x="31" y="15"/>
                  <a:pt x="31" y="21"/>
                </a:cubicBezTo>
                <a:close/>
              </a:path>
            </a:pathLst>
          </a:custGeom>
          <a:solidFill>
            <a:srgbClr val="3E9BD6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02" name="Oval 58">
            <a:extLst>
              <a:ext uri="{FF2B5EF4-FFF2-40B4-BE49-F238E27FC236}">
                <a16:creationId xmlns:a16="http://schemas.microsoft.com/office/drawing/2014/main" id="{1FEDB5D4-DA79-BB06-1217-09B3F3DB6464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14725" y="1503686"/>
            <a:ext cx="169863" cy="179387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03" name="Freeform 59">
            <a:extLst>
              <a:ext uri="{FF2B5EF4-FFF2-40B4-BE49-F238E27FC236}">
                <a16:creationId xmlns:a16="http://schemas.microsoft.com/office/drawing/2014/main" id="{7B81E887-A0B9-47A1-51BF-4807A76A4C42}"/>
              </a:ext>
            </a:extLst>
          </p:cNvPr>
          <p:cNvSpPr>
            <a:spLocks noEditPoints="1"/>
          </p:cNvSpPr>
          <p:nvPr/>
        </p:nvSpPr>
        <p:spPr bwMode="auto">
          <a:xfrm>
            <a:off x="3522663" y="1511623"/>
            <a:ext cx="153988" cy="163512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16 w 41"/>
              <a:gd name="T11" fmla="*/ 9 h 41"/>
              <a:gd name="T12" fmla="*/ 13 w 41"/>
              <a:gd name="T13" fmla="*/ 9 h 41"/>
              <a:gd name="T14" fmla="*/ 8 w 41"/>
              <a:gd name="T15" fmla="*/ 12 h 41"/>
              <a:gd name="T16" fmla="*/ 8 w 41"/>
              <a:gd name="T17" fmla="*/ 15 h 41"/>
              <a:gd name="T18" fmla="*/ 12 w 41"/>
              <a:gd name="T19" fmla="*/ 13 h 41"/>
              <a:gd name="T20" fmla="*/ 12 w 41"/>
              <a:gd name="T21" fmla="*/ 13 h 41"/>
              <a:gd name="T22" fmla="*/ 12 w 41"/>
              <a:gd name="T23" fmla="*/ 32 h 41"/>
              <a:gd name="T24" fmla="*/ 16 w 41"/>
              <a:gd name="T25" fmla="*/ 32 h 41"/>
              <a:gd name="T26" fmla="*/ 16 w 41"/>
              <a:gd name="T27" fmla="*/ 9 h 41"/>
              <a:gd name="T28" fmla="*/ 30 w 41"/>
              <a:gd name="T29" fmla="*/ 9 h 41"/>
              <a:gd name="T30" fmla="*/ 27 w 41"/>
              <a:gd name="T31" fmla="*/ 9 h 41"/>
              <a:gd name="T32" fmla="*/ 22 w 41"/>
              <a:gd name="T33" fmla="*/ 12 h 41"/>
              <a:gd name="T34" fmla="*/ 22 w 41"/>
              <a:gd name="T35" fmla="*/ 15 h 41"/>
              <a:gd name="T36" fmla="*/ 26 w 41"/>
              <a:gd name="T37" fmla="*/ 13 h 41"/>
              <a:gd name="T38" fmla="*/ 26 w 41"/>
              <a:gd name="T39" fmla="*/ 13 h 41"/>
              <a:gd name="T40" fmla="*/ 26 w 41"/>
              <a:gd name="T41" fmla="*/ 32 h 41"/>
              <a:gd name="T42" fmla="*/ 30 w 41"/>
              <a:gd name="T43" fmla="*/ 32 h 41"/>
              <a:gd name="T44" fmla="*/ 30 w 41"/>
              <a:gd name="T45" fmla="*/ 9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16" y="9"/>
                </a:moveTo>
                <a:cubicBezTo>
                  <a:pt x="13" y="9"/>
                  <a:pt x="13" y="9"/>
                  <a:pt x="13" y="9"/>
                </a:cubicBezTo>
                <a:cubicBezTo>
                  <a:pt x="8" y="12"/>
                  <a:pt x="8" y="12"/>
                  <a:pt x="8" y="12"/>
                </a:cubicBezTo>
                <a:cubicBezTo>
                  <a:pt x="8" y="15"/>
                  <a:pt x="8" y="15"/>
                  <a:pt x="8" y="15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32"/>
                  <a:pt x="12" y="32"/>
                  <a:pt x="12" y="32"/>
                </a:cubicBezTo>
                <a:cubicBezTo>
                  <a:pt x="16" y="32"/>
                  <a:pt x="16" y="32"/>
                  <a:pt x="16" y="32"/>
                </a:cubicBezTo>
                <a:lnTo>
                  <a:pt x="16" y="9"/>
                </a:lnTo>
                <a:close/>
                <a:moveTo>
                  <a:pt x="30" y="9"/>
                </a:moveTo>
                <a:cubicBezTo>
                  <a:pt x="27" y="9"/>
                  <a:pt x="27" y="9"/>
                  <a:pt x="27" y="9"/>
                </a:cubicBezTo>
                <a:cubicBezTo>
                  <a:pt x="22" y="12"/>
                  <a:pt x="22" y="12"/>
                  <a:pt x="22" y="12"/>
                </a:cubicBezTo>
                <a:cubicBezTo>
                  <a:pt x="22" y="15"/>
                  <a:pt x="22" y="15"/>
                  <a:pt x="22" y="15"/>
                </a:cubicBezTo>
                <a:cubicBezTo>
                  <a:pt x="26" y="13"/>
                  <a:pt x="26" y="13"/>
                  <a:pt x="26" y="13"/>
                </a:cubicBezTo>
                <a:cubicBezTo>
                  <a:pt x="26" y="13"/>
                  <a:pt x="26" y="13"/>
                  <a:pt x="26" y="13"/>
                </a:cubicBezTo>
                <a:cubicBezTo>
                  <a:pt x="26" y="32"/>
                  <a:pt x="26" y="32"/>
                  <a:pt x="26" y="32"/>
                </a:cubicBezTo>
                <a:cubicBezTo>
                  <a:pt x="30" y="32"/>
                  <a:pt x="30" y="32"/>
                  <a:pt x="30" y="32"/>
                </a:cubicBezTo>
                <a:lnTo>
                  <a:pt x="30" y="9"/>
                </a:lnTo>
                <a:close/>
              </a:path>
            </a:pathLst>
          </a:custGeom>
          <a:solidFill>
            <a:srgbClr val="3E9BD6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04" name="Oval 60">
            <a:extLst>
              <a:ext uri="{FF2B5EF4-FFF2-40B4-BE49-F238E27FC236}">
                <a16:creationId xmlns:a16="http://schemas.microsoft.com/office/drawing/2014/main" id="{AA3A41A9-6C28-DDC4-412E-1BAE97DFA9E7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08413" y="1503686"/>
            <a:ext cx="169863" cy="179387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05" name="Freeform 61">
            <a:extLst>
              <a:ext uri="{FF2B5EF4-FFF2-40B4-BE49-F238E27FC236}">
                <a16:creationId xmlns:a16="http://schemas.microsoft.com/office/drawing/2014/main" id="{EDA84B47-83B9-BF58-5E76-373FF1290605}"/>
              </a:ext>
            </a:extLst>
          </p:cNvPr>
          <p:cNvSpPr>
            <a:spLocks noEditPoints="1"/>
          </p:cNvSpPr>
          <p:nvPr/>
        </p:nvSpPr>
        <p:spPr bwMode="auto">
          <a:xfrm>
            <a:off x="3816350" y="1511623"/>
            <a:ext cx="155575" cy="163512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16 w 41"/>
              <a:gd name="T11" fmla="*/ 9 h 41"/>
              <a:gd name="T12" fmla="*/ 13 w 41"/>
              <a:gd name="T13" fmla="*/ 9 h 41"/>
              <a:gd name="T14" fmla="*/ 8 w 41"/>
              <a:gd name="T15" fmla="*/ 12 h 41"/>
              <a:gd name="T16" fmla="*/ 9 w 41"/>
              <a:gd name="T17" fmla="*/ 15 h 41"/>
              <a:gd name="T18" fmla="*/ 12 w 41"/>
              <a:gd name="T19" fmla="*/ 13 h 41"/>
              <a:gd name="T20" fmla="*/ 12 w 41"/>
              <a:gd name="T21" fmla="*/ 13 h 41"/>
              <a:gd name="T22" fmla="*/ 12 w 41"/>
              <a:gd name="T23" fmla="*/ 32 h 41"/>
              <a:gd name="T24" fmla="*/ 16 w 41"/>
              <a:gd name="T25" fmla="*/ 32 h 41"/>
              <a:gd name="T26" fmla="*/ 16 w 41"/>
              <a:gd name="T27" fmla="*/ 9 h 41"/>
              <a:gd name="T28" fmla="*/ 34 w 41"/>
              <a:gd name="T29" fmla="*/ 29 h 41"/>
              <a:gd name="T30" fmla="*/ 26 w 41"/>
              <a:gd name="T31" fmla="*/ 29 h 41"/>
              <a:gd name="T32" fmla="*/ 26 w 41"/>
              <a:gd name="T33" fmla="*/ 29 h 41"/>
              <a:gd name="T34" fmla="*/ 28 w 41"/>
              <a:gd name="T35" fmla="*/ 27 h 41"/>
              <a:gd name="T36" fmla="*/ 34 w 41"/>
              <a:gd name="T37" fmla="*/ 16 h 41"/>
              <a:gd name="T38" fmla="*/ 27 w 41"/>
              <a:gd name="T39" fmla="*/ 9 h 41"/>
              <a:gd name="T40" fmla="*/ 21 w 41"/>
              <a:gd name="T41" fmla="*/ 11 h 41"/>
              <a:gd name="T42" fmla="*/ 22 w 41"/>
              <a:gd name="T43" fmla="*/ 14 h 41"/>
              <a:gd name="T44" fmla="*/ 26 w 41"/>
              <a:gd name="T45" fmla="*/ 12 h 41"/>
              <a:gd name="T46" fmla="*/ 30 w 41"/>
              <a:gd name="T47" fmla="*/ 16 h 41"/>
              <a:gd name="T48" fmla="*/ 23 w 41"/>
              <a:gd name="T49" fmla="*/ 27 h 41"/>
              <a:gd name="T50" fmla="*/ 20 w 41"/>
              <a:gd name="T51" fmla="*/ 30 h 41"/>
              <a:gd name="T52" fmla="*/ 20 w 41"/>
              <a:gd name="T53" fmla="*/ 32 h 41"/>
              <a:gd name="T54" fmla="*/ 34 w 41"/>
              <a:gd name="T55" fmla="*/ 32 h 41"/>
              <a:gd name="T56" fmla="*/ 34 w 41"/>
              <a:gd name="T57" fmla="*/ 29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16" y="9"/>
                </a:moveTo>
                <a:cubicBezTo>
                  <a:pt x="13" y="9"/>
                  <a:pt x="13" y="9"/>
                  <a:pt x="13" y="9"/>
                </a:cubicBezTo>
                <a:cubicBezTo>
                  <a:pt x="8" y="12"/>
                  <a:pt x="8" y="12"/>
                  <a:pt x="8" y="12"/>
                </a:cubicBezTo>
                <a:cubicBezTo>
                  <a:pt x="9" y="15"/>
                  <a:pt x="9" y="15"/>
                  <a:pt x="9" y="15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32"/>
                  <a:pt x="12" y="32"/>
                  <a:pt x="12" y="32"/>
                </a:cubicBezTo>
                <a:cubicBezTo>
                  <a:pt x="16" y="32"/>
                  <a:pt x="16" y="32"/>
                  <a:pt x="16" y="32"/>
                </a:cubicBezTo>
                <a:lnTo>
                  <a:pt x="16" y="9"/>
                </a:lnTo>
                <a:close/>
                <a:moveTo>
                  <a:pt x="34" y="29"/>
                </a:moveTo>
                <a:cubicBezTo>
                  <a:pt x="26" y="29"/>
                  <a:pt x="26" y="29"/>
                  <a:pt x="26" y="29"/>
                </a:cubicBezTo>
                <a:cubicBezTo>
                  <a:pt x="26" y="29"/>
                  <a:pt x="26" y="29"/>
                  <a:pt x="26" y="29"/>
                </a:cubicBezTo>
                <a:cubicBezTo>
                  <a:pt x="28" y="27"/>
                  <a:pt x="28" y="27"/>
                  <a:pt x="28" y="27"/>
                </a:cubicBezTo>
                <a:cubicBezTo>
                  <a:pt x="31" y="23"/>
                  <a:pt x="34" y="20"/>
                  <a:pt x="34" y="16"/>
                </a:cubicBezTo>
                <a:cubicBezTo>
                  <a:pt x="34" y="12"/>
                  <a:pt x="32" y="9"/>
                  <a:pt x="27" y="9"/>
                </a:cubicBezTo>
                <a:cubicBezTo>
                  <a:pt x="24" y="9"/>
                  <a:pt x="22" y="10"/>
                  <a:pt x="21" y="11"/>
                </a:cubicBezTo>
                <a:cubicBezTo>
                  <a:pt x="22" y="14"/>
                  <a:pt x="22" y="14"/>
                  <a:pt x="22" y="14"/>
                </a:cubicBezTo>
                <a:cubicBezTo>
                  <a:pt x="23" y="13"/>
                  <a:pt x="24" y="12"/>
                  <a:pt x="26" y="12"/>
                </a:cubicBezTo>
                <a:cubicBezTo>
                  <a:pt x="29" y="12"/>
                  <a:pt x="30" y="14"/>
                  <a:pt x="30" y="16"/>
                </a:cubicBezTo>
                <a:cubicBezTo>
                  <a:pt x="30" y="19"/>
                  <a:pt x="28" y="22"/>
                  <a:pt x="23" y="27"/>
                </a:cubicBezTo>
                <a:cubicBezTo>
                  <a:pt x="20" y="30"/>
                  <a:pt x="20" y="30"/>
                  <a:pt x="20" y="30"/>
                </a:cubicBezTo>
                <a:cubicBezTo>
                  <a:pt x="20" y="32"/>
                  <a:pt x="20" y="32"/>
                  <a:pt x="20" y="32"/>
                </a:cubicBezTo>
                <a:cubicBezTo>
                  <a:pt x="34" y="32"/>
                  <a:pt x="34" y="32"/>
                  <a:pt x="34" y="32"/>
                </a:cubicBezTo>
                <a:lnTo>
                  <a:pt x="34" y="29"/>
                </a:lnTo>
                <a:close/>
              </a:path>
            </a:pathLst>
          </a:custGeom>
          <a:solidFill>
            <a:srgbClr val="3E9BD6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06" name="Oval 62">
            <a:extLst>
              <a:ext uri="{FF2B5EF4-FFF2-40B4-BE49-F238E27FC236}">
                <a16:creationId xmlns:a16="http://schemas.microsoft.com/office/drawing/2014/main" id="{26ED7734-510B-9B34-D325-C821CBEA6DF6}"/>
              </a:ext>
            </a:extLst>
          </p:cNvPr>
          <p:cNvSpPr>
            <a:spLocks noChangeArrowheads="1"/>
          </p:cNvSpPr>
          <p:nvPr/>
        </p:nvSpPr>
        <p:spPr bwMode="auto">
          <a:xfrm>
            <a:off x="4081463" y="1503686"/>
            <a:ext cx="169863" cy="179387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07" name="Freeform 63">
            <a:extLst>
              <a:ext uri="{FF2B5EF4-FFF2-40B4-BE49-F238E27FC236}">
                <a16:creationId xmlns:a16="http://schemas.microsoft.com/office/drawing/2014/main" id="{80B569D5-8311-AC97-8754-AE28DE918962}"/>
              </a:ext>
            </a:extLst>
          </p:cNvPr>
          <p:cNvSpPr>
            <a:spLocks noEditPoints="1"/>
          </p:cNvSpPr>
          <p:nvPr/>
        </p:nvSpPr>
        <p:spPr bwMode="auto">
          <a:xfrm>
            <a:off x="4087813" y="1511623"/>
            <a:ext cx="155575" cy="163512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16 w 41"/>
              <a:gd name="T11" fmla="*/ 9 h 41"/>
              <a:gd name="T12" fmla="*/ 13 w 41"/>
              <a:gd name="T13" fmla="*/ 9 h 41"/>
              <a:gd name="T14" fmla="*/ 8 w 41"/>
              <a:gd name="T15" fmla="*/ 12 h 41"/>
              <a:gd name="T16" fmla="*/ 8 w 41"/>
              <a:gd name="T17" fmla="*/ 15 h 41"/>
              <a:gd name="T18" fmla="*/ 12 w 41"/>
              <a:gd name="T19" fmla="*/ 13 h 41"/>
              <a:gd name="T20" fmla="*/ 12 w 41"/>
              <a:gd name="T21" fmla="*/ 13 h 41"/>
              <a:gd name="T22" fmla="*/ 12 w 41"/>
              <a:gd name="T23" fmla="*/ 32 h 41"/>
              <a:gd name="T24" fmla="*/ 16 w 41"/>
              <a:gd name="T25" fmla="*/ 32 h 41"/>
              <a:gd name="T26" fmla="*/ 16 w 41"/>
              <a:gd name="T27" fmla="*/ 9 h 41"/>
              <a:gd name="T28" fmla="*/ 34 w 41"/>
              <a:gd name="T29" fmla="*/ 26 h 41"/>
              <a:gd name="T30" fmla="*/ 29 w 41"/>
              <a:gd name="T31" fmla="*/ 20 h 41"/>
              <a:gd name="T32" fmla="*/ 29 w 41"/>
              <a:gd name="T33" fmla="*/ 20 h 41"/>
              <a:gd name="T34" fmla="*/ 33 w 41"/>
              <a:gd name="T35" fmla="*/ 15 h 41"/>
              <a:gd name="T36" fmla="*/ 27 w 41"/>
              <a:gd name="T37" fmla="*/ 9 h 41"/>
              <a:gd name="T38" fmla="*/ 21 w 41"/>
              <a:gd name="T39" fmla="*/ 11 h 41"/>
              <a:gd name="T40" fmla="*/ 22 w 41"/>
              <a:gd name="T41" fmla="*/ 14 h 41"/>
              <a:gd name="T42" fmla="*/ 26 w 41"/>
              <a:gd name="T43" fmla="*/ 12 h 41"/>
              <a:gd name="T44" fmla="*/ 29 w 41"/>
              <a:gd name="T45" fmla="*/ 15 h 41"/>
              <a:gd name="T46" fmla="*/ 25 w 41"/>
              <a:gd name="T47" fmla="*/ 18 h 41"/>
              <a:gd name="T48" fmla="*/ 23 w 41"/>
              <a:gd name="T49" fmla="*/ 18 h 41"/>
              <a:gd name="T50" fmla="*/ 23 w 41"/>
              <a:gd name="T51" fmla="*/ 22 h 41"/>
              <a:gd name="T52" fmla="*/ 25 w 41"/>
              <a:gd name="T53" fmla="*/ 22 h 41"/>
              <a:gd name="T54" fmla="*/ 30 w 41"/>
              <a:gd name="T55" fmla="*/ 25 h 41"/>
              <a:gd name="T56" fmla="*/ 26 w 41"/>
              <a:gd name="T57" fmla="*/ 29 h 41"/>
              <a:gd name="T58" fmla="*/ 21 w 41"/>
              <a:gd name="T59" fmla="*/ 28 h 41"/>
              <a:gd name="T60" fmla="*/ 20 w 41"/>
              <a:gd name="T61" fmla="*/ 31 h 41"/>
              <a:gd name="T62" fmla="*/ 26 w 41"/>
              <a:gd name="T63" fmla="*/ 33 h 41"/>
              <a:gd name="T64" fmla="*/ 34 w 41"/>
              <a:gd name="T65" fmla="*/ 26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16" y="9"/>
                </a:moveTo>
                <a:cubicBezTo>
                  <a:pt x="13" y="9"/>
                  <a:pt x="13" y="9"/>
                  <a:pt x="13" y="9"/>
                </a:cubicBezTo>
                <a:cubicBezTo>
                  <a:pt x="8" y="12"/>
                  <a:pt x="8" y="12"/>
                  <a:pt x="8" y="12"/>
                </a:cubicBezTo>
                <a:cubicBezTo>
                  <a:pt x="8" y="15"/>
                  <a:pt x="8" y="15"/>
                  <a:pt x="8" y="15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32"/>
                  <a:pt x="12" y="32"/>
                  <a:pt x="12" y="32"/>
                </a:cubicBezTo>
                <a:cubicBezTo>
                  <a:pt x="16" y="32"/>
                  <a:pt x="16" y="32"/>
                  <a:pt x="16" y="32"/>
                </a:cubicBezTo>
                <a:lnTo>
                  <a:pt x="16" y="9"/>
                </a:lnTo>
                <a:close/>
                <a:moveTo>
                  <a:pt x="34" y="26"/>
                </a:moveTo>
                <a:cubicBezTo>
                  <a:pt x="34" y="23"/>
                  <a:pt x="32" y="20"/>
                  <a:pt x="29" y="20"/>
                </a:cubicBezTo>
                <a:cubicBezTo>
                  <a:pt x="29" y="20"/>
                  <a:pt x="29" y="20"/>
                  <a:pt x="29" y="20"/>
                </a:cubicBezTo>
                <a:cubicBezTo>
                  <a:pt x="32" y="19"/>
                  <a:pt x="33" y="17"/>
                  <a:pt x="33" y="15"/>
                </a:cubicBezTo>
                <a:cubicBezTo>
                  <a:pt x="33" y="12"/>
                  <a:pt x="31" y="9"/>
                  <a:pt x="27" y="9"/>
                </a:cubicBezTo>
                <a:cubicBezTo>
                  <a:pt x="24" y="9"/>
                  <a:pt x="22" y="10"/>
                  <a:pt x="21" y="11"/>
                </a:cubicBezTo>
                <a:cubicBezTo>
                  <a:pt x="22" y="14"/>
                  <a:pt x="22" y="14"/>
                  <a:pt x="22" y="14"/>
                </a:cubicBezTo>
                <a:cubicBezTo>
                  <a:pt x="23" y="13"/>
                  <a:pt x="24" y="12"/>
                  <a:pt x="26" y="12"/>
                </a:cubicBezTo>
                <a:cubicBezTo>
                  <a:pt x="28" y="12"/>
                  <a:pt x="29" y="14"/>
                  <a:pt x="29" y="15"/>
                </a:cubicBezTo>
                <a:cubicBezTo>
                  <a:pt x="29" y="18"/>
                  <a:pt x="27" y="18"/>
                  <a:pt x="25" y="18"/>
                </a:cubicBezTo>
                <a:cubicBezTo>
                  <a:pt x="23" y="18"/>
                  <a:pt x="23" y="18"/>
                  <a:pt x="23" y="18"/>
                </a:cubicBezTo>
                <a:cubicBezTo>
                  <a:pt x="23" y="22"/>
                  <a:pt x="23" y="22"/>
                  <a:pt x="23" y="22"/>
                </a:cubicBezTo>
                <a:cubicBezTo>
                  <a:pt x="25" y="22"/>
                  <a:pt x="25" y="22"/>
                  <a:pt x="25" y="22"/>
                </a:cubicBezTo>
                <a:cubicBezTo>
                  <a:pt x="28" y="22"/>
                  <a:pt x="30" y="23"/>
                  <a:pt x="30" y="25"/>
                </a:cubicBezTo>
                <a:cubicBezTo>
                  <a:pt x="30" y="27"/>
                  <a:pt x="29" y="29"/>
                  <a:pt x="26" y="29"/>
                </a:cubicBezTo>
                <a:cubicBezTo>
                  <a:pt x="24" y="29"/>
                  <a:pt x="22" y="28"/>
                  <a:pt x="21" y="28"/>
                </a:cubicBezTo>
                <a:cubicBezTo>
                  <a:pt x="20" y="31"/>
                  <a:pt x="20" y="31"/>
                  <a:pt x="20" y="31"/>
                </a:cubicBezTo>
                <a:cubicBezTo>
                  <a:pt x="21" y="32"/>
                  <a:pt x="23" y="33"/>
                  <a:pt x="26" y="33"/>
                </a:cubicBezTo>
                <a:cubicBezTo>
                  <a:pt x="31" y="33"/>
                  <a:pt x="34" y="30"/>
                  <a:pt x="34" y="26"/>
                </a:cubicBezTo>
                <a:close/>
              </a:path>
            </a:pathLst>
          </a:custGeom>
          <a:solidFill>
            <a:srgbClr val="3E9BD6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109" name="그림 108">
            <a:extLst>
              <a:ext uri="{FF2B5EF4-FFF2-40B4-BE49-F238E27FC236}">
                <a16:creationId xmlns:a16="http://schemas.microsoft.com/office/drawing/2014/main" id="{5BDFEA06-50E4-18CA-151F-CFC7BD5C089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93834" y="1503686"/>
            <a:ext cx="180622" cy="214489"/>
          </a:xfrm>
          <a:prstGeom prst="rect">
            <a:avLst/>
          </a:prstGeom>
        </p:spPr>
      </p:pic>
      <p:sp>
        <p:nvSpPr>
          <p:cNvPr id="113" name="AutoShape 65">
            <a:extLst>
              <a:ext uri="{FF2B5EF4-FFF2-40B4-BE49-F238E27FC236}">
                <a16:creationId xmlns:a16="http://schemas.microsoft.com/office/drawing/2014/main" id="{73EA2883-E096-CC36-3E06-605DFB60ADF2}"/>
              </a:ext>
            </a:extLst>
          </p:cNvPr>
          <p:cNvSpPr>
            <a:spLocks noChangeAspect="1" noChangeArrowheads="1" noTextEdit="1"/>
          </p:cNvSpPr>
          <p:nvPr/>
        </p:nvSpPr>
        <p:spPr bwMode="auto">
          <a:xfrm>
            <a:off x="846138" y="5123880"/>
            <a:ext cx="3713163" cy="180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14" name="Oval 67">
            <a:extLst>
              <a:ext uri="{FF2B5EF4-FFF2-40B4-BE49-F238E27FC236}">
                <a16:creationId xmlns:a16="http://schemas.microsoft.com/office/drawing/2014/main" id="{ED1BAE9D-25AF-B3F5-6D97-4D718769ED89}"/>
              </a:ext>
            </a:extLst>
          </p:cNvPr>
          <p:cNvSpPr>
            <a:spLocks noChangeArrowheads="1"/>
          </p:cNvSpPr>
          <p:nvPr/>
        </p:nvSpPr>
        <p:spPr bwMode="auto">
          <a:xfrm>
            <a:off x="2974976" y="5123880"/>
            <a:ext cx="173038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15" name="Freeform 68">
            <a:extLst>
              <a:ext uri="{FF2B5EF4-FFF2-40B4-BE49-F238E27FC236}">
                <a16:creationId xmlns:a16="http://schemas.microsoft.com/office/drawing/2014/main" id="{05A9A3F2-309F-3610-F67C-6AC9D1A55B75}"/>
              </a:ext>
            </a:extLst>
          </p:cNvPr>
          <p:cNvSpPr>
            <a:spLocks noEditPoints="1"/>
          </p:cNvSpPr>
          <p:nvPr/>
        </p:nvSpPr>
        <p:spPr bwMode="auto">
          <a:xfrm>
            <a:off x="2986088" y="5131818"/>
            <a:ext cx="153988" cy="165100"/>
          </a:xfrm>
          <a:custGeom>
            <a:avLst/>
            <a:gdLst>
              <a:gd name="T0" fmla="*/ 41 w 41"/>
              <a:gd name="T1" fmla="*/ 21 h 41"/>
              <a:gd name="T2" fmla="*/ 20 w 41"/>
              <a:gd name="T3" fmla="*/ 41 h 41"/>
              <a:gd name="T4" fmla="*/ 0 w 41"/>
              <a:gd name="T5" fmla="*/ 21 h 41"/>
              <a:gd name="T6" fmla="*/ 20 w 41"/>
              <a:gd name="T7" fmla="*/ 0 h 41"/>
              <a:gd name="T8" fmla="*/ 41 w 41"/>
              <a:gd name="T9" fmla="*/ 21 h 41"/>
              <a:gd name="T10" fmla="*/ 29 w 41"/>
              <a:gd name="T11" fmla="*/ 18 h 41"/>
              <a:gd name="T12" fmla="*/ 21 w 41"/>
              <a:gd name="T13" fmla="*/ 8 h 41"/>
              <a:gd name="T14" fmla="*/ 13 w 41"/>
              <a:gd name="T15" fmla="*/ 17 h 41"/>
              <a:gd name="T16" fmla="*/ 19 w 41"/>
              <a:gd name="T17" fmla="*/ 24 h 41"/>
              <a:gd name="T18" fmla="*/ 24 w 41"/>
              <a:gd name="T19" fmla="*/ 22 h 41"/>
              <a:gd name="T20" fmla="*/ 24 w 41"/>
              <a:gd name="T21" fmla="*/ 22 h 41"/>
              <a:gd name="T22" fmla="*/ 22 w 41"/>
              <a:gd name="T23" fmla="*/ 28 h 41"/>
              <a:gd name="T24" fmla="*/ 17 w 41"/>
              <a:gd name="T25" fmla="*/ 29 h 41"/>
              <a:gd name="T26" fmla="*/ 15 w 41"/>
              <a:gd name="T27" fmla="*/ 29 h 41"/>
              <a:gd name="T28" fmla="*/ 15 w 41"/>
              <a:gd name="T29" fmla="*/ 33 h 41"/>
              <a:gd name="T30" fmla="*/ 17 w 41"/>
              <a:gd name="T31" fmla="*/ 33 h 41"/>
              <a:gd name="T32" fmla="*/ 25 w 41"/>
              <a:gd name="T33" fmla="*/ 30 h 41"/>
              <a:gd name="T34" fmla="*/ 29 w 41"/>
              <a:gd name="T35" fmla="*/ 18 h 41"/>
              <a:gd name="T36" fmla="*/ 24 w 41"/>
              <a:gd name="T37" fmla="*/ 18 h 41"/>
              <a:gd name="T38" fmla="*/ 24 w 41"/>
              <a:gd name="T39" fmla="*/ 19 h 41"/>
              <a:gd name="T40" fmla="*/ 21 w 41"/>
              <a:gd name="T41" fmla="*/ 21 h 41"/>
              <a:gd name="T42" fmla="*/ 17 w 41"/>
              <a:gd name="T43" fmla="*/ 17 h 41"/>
              <a:gd name="T44" fmla="*/ 21 w 41"/>
              <a:gd name="T45" fmla="*/ 12 h 41"/>
              <a:gd name="T46" fmla="*/ 21 w 41"/>
              <a:gd name="T47" fmla="*/ 12 h 41"/>
              <a:gd name="T48" fmla="*/ 24 w 41"/>
              <a:gd name="T49" fmla="*/ 18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1" y="41"/>
                  <a:pt x="20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0" y="0"/>
                </a:cubicBezTo>
                <a:cubicBezTo>
                  <a:pt x="31" y="0"/>
                  <a:pt x="41" y="9"/>
                  <a:pt x="41" y="21"/>
                </a:cubicBezTo>
                <a:close/>
                <a:moveTo>
                  <a:pt x="29" y="18"/>
                </a:moveTo>
                <a:cubicBezTo>
                  <a:pt x="29" y="13"/>
                  <a:pt x="26" y="8"/>
                  <a:pt x="21" y="8"/>
                </a:cubicBezTo>
                <a:cubicBezTo>
                  <a:pt x="16" y="8"/>
                  <a:pt x="13" y="12"/>
                  <a:pt x="13" y="17"/>
                </a:cubicBezTo>
                <a:cubicBezTo>
                  <a:pt x="13" y="21"/>
                  <a:pt x="16" y="24"/>
                  <a:pt x="19" y="24"/>
                </a:cubicBezTo>
                <a:cubicBezTo>
                  <a:pt x="22" y="24"/>
                  <a:pt x="23" y="24"/>
                  <a:pt x="24" y="22"/>
                </a:cubicBezTo>
                <a:cubicBezTo>
                  <a:pt x="24" y="22"/>
                  <a:pt x="24" y="22"/>
                  <a:pt x="24" y="22"/>
                </a:cubicBezTo>
                <a:cubicBezTo>
                  <a:pt x="24" y="24"/>
                  <a:pt x="23" y="26"/>
                  <a:pt x="22" y="28"/>
                </a:cubicBezTo>
                <a:cubicBezTo>
                  <a:pt x="20" y="29"/>
                  <a:pt x="19" y="29"/>
                  <a:pt x="17" y="29"/>
                </a:cubicBezTo>
                <a:cubicBezTo>
                  <a:pt x="16" y="29"/>
                  <a:pt x="15" y="30"/>
                  <a:pt x="15" y="29"/>
                </a:cubicBezTo>
                <a:cubicBezTo>
                  <a:pt x="15" y="33"/>
                  <a:pt x="15" y="33"/>
                  <a:pt x="15" y="33"/>
                </a:cubicBezTo>
                <a:cubicBezTo>
                  <a:pt x="15" y="33"/>
                  <a:pt x="16" y="33"/>
                  <a:pt x="17" y="33"/>
                </a:cubicBezTo>
                <a:cubicBezTo>
                  <a:pt x="20" y="33"/>
                  <a:pt x="23" y="32"/>
                  <a:pt x="25" y="30"/>
                </a:cubicBezTo>
                <a:cubicBezTo>
                  <a:pt x="27" y="27"/>
                  <a:pt x="29" y="24"/>
                  <a:pt x="29" y="18"/>
                </a:cubicBezTo>
                <a:close/>
                <a:moveTo>
                  <a:pt x="24" y="18"/>
                </a:moveTo>
                <a:cubicBezTo>
                  <a:pt x="24" y="18"/>
                  <a:pt x="24" y="19"/>
                  <a:pt x="24" y="19"/>
                </a:cubicBezTo>
                <a:cubicBezTo>
                  <a:pt x="24" y="20"/>
                  <a:pt x="22" y="21"/>
                  <a:pt x="21" y="21"/>
                </a:cubicBezTo>
                <a:cubicBezTo>
                  <a:pt x="18" y="21"/>
                  <a:pt x="17" y="19"/>
                  <a:pt x="17" y="17"/>
                </a:cubicBezTo>
                <a:cubicBezTo>
                  <a:pt x="17" y="14"/>
                  <a:pt x="18" y="12"/>
                  <a:pt x="21" y="12"/>
                </a:cubicBezTo>
                <a:cubicBezTo>
                  <a:pt x="21" y="12"/>
                  <a:pt x="21" y="12"/>
                  <a:pt x="21" y="12"/>
                </a:cubicBezTo>
                <a:cubicBezTo>
                  <a:pt x="23" y="12"/>
                  <a:pt x="24" y="14"/>
                  <a:pt x="24" y="18"/>
                </a:cubicBezTo>
                <a:close/>
              </a:path>
            </a:pathLst>
          </a:custGeom>
          <a:solidFill>
            <a:srgbClr val="F083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16" name="Oval 69">
            <a:extLst>
              <a:ext uri="{FF2B5EF4-FFF2-40B4-BE49-F238E27FC236}">
                <a16:creationId xmlns:a16="http://schemas.microsoft.com/office/drawing/2014/main" id="{568D8750-404F-6F74-8EB1-FE999A0CBA52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89438" y="5123880"/>
            <a:ext cx="173038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17" name="Freeform 70">
            <a:extLst>
              <a:ext uri="{FF2B5EF4-FFF2-40B4-BE49-F238E27FC236}">
                <a16:creationId xmlns:a16="http://schemas.microsoft.com/office/drawing/2014/main" id="{1A21AB88-4A17-EEBA-88C3-12583F8F186B}"/>
              </a:ext>
            </a:extLst>
          </p:cNvPr>
          <p:cNvSpPr>
            <a:spLocks noEditPoints="1"/>
          </p:cNvSpPr>
          <p:nvPr/>
        </p:nvSpPr>
        <p:spPr bwMode="auto">
          <a:xfrm>
            <a:off x="4400551" y="5131818"/>
            <a:ext cx="155575" cy="165100"/>
          </a:xfrm>
          <a:custGeom>
            <a:avLst/>
            <a:gdLst>
              <a:gd name="T0" fmla="*/ 41 w 41"/>
              <a:gd name="T1" fmla="*/ 21 h 41"/>
              <a:gd name="T2" fmla="*/ 20 w 41"/>
              <a:gd name="T3" fmla="*/ 41 h 41"/>
              <a:gd name="T4" fmla="*/ 0 w 41"/>
              <a:gd name="T5" fmla="*/ 21 h 41"/>
              <a:gd name="T6" fmla="*/ 20 w 41"/>
              <a:gd name="T7" fmla="*/ 0 h 41"/>
              <a:gd name="T8" fmla="*/ 41 w 41"/>
              <a:gd name="T9" fmla="*/ 21 h 41"/>
              <a:gd name="T10" fmla="*/ 16 w 41"/>
              <a:gd name="T11" fmla="*/ 9 h 41"/>
              <a:gd name="T12" fmla="*/ 12 w 41"/>
              <a:gd name="T13" fmla="*/ 9 h 41"/>
              <a:gd name="T14" fmla="*/ 7 w 41"/>
              <a:gd name="T15" fmla="*/ 12 h 41"/>
              <a:gd name="T16" fmla="*/ 8 w 41"/>
              <a:gd name="T17" fmla="*/ 15 h 41"/>
              <a:gd name="T18" fmla="*/ 12 w 41"/>
              <a:gd name="T19" fmla="*/ 13 h 41"/>
              <a:gd name="T20" fmla="*/ 12 w 41"/>
              <a:gd name="T21" fmla="*/ 13 h 41"/>
              <a:gd name="T22" fmla="*/ 12 w 41"/>
              <a:gd name="T23" fmla="*/ 32 h 41"/>
              <a:gd name="T24" fmla="*/ 16 w 41"/>
              <a:gd name="T25" fmla="*/ 32 h 41"/>
              <a:gd name="T26" fmla="*/ 16 w 41"/>
              <a:gd name="T27" fmla="*/ 9 h 41"/>
              <a:gd name="T28" fmla="*/ 35 w 41"/>
              <a:gd name="T29" fmla="*/ 26 h 41"/>
              <a:gd name="T30" fmla="*/ 35 w 41"/>
              <a:gd name="T31" fmla="*/ 23 h 41"/>
              <a:gd name="T32" fmla="*/ 32 w 41"/>
              <a:gd name="T33" fmla="*/ 23 h 41"/>
              <a:gd name="T34" fmla="*/ 32 w 41"/>
              <a:gd name="T35" fmla="*/ 9 h 41"/>
              <a:gd name="T36" fmla="*/ 27 w 41"/>
              <a:gd name="T37" fmla="*/ 9 h 41"/>
              <a:gd name="T38" fmla="*/ 19 w 41"/>
              <a:gd name="T39" fmla="*/ 24 h 41"/>
              <a:gd name="T40" fmla="*/ 19 w 41"/>
              <a:gd name="T41" fmla="*/ 26 h 41"/>
              <a:gd name="T42" fmla="*/ 28 w 41"/>
              <a:gd name="T43" fmla="*/ 26 h 41"/>
              <a:gd name="T44" fmla="*/ 28 w 41"/>
              <a:gd name="T45" fmla="*/ 32 h 41"/>
              <a:gd name="T46" fmla="*/ 32 w 41"/>
              <a:gd name="T47" fmla="*/ 32 h 41"/>
              <a:gd name="T48" fmla="*/ 32 w 41"/>
              <a:gd name="T49" fmla="*/ 26 h 41"/>
              <a:gd name="T50" fmla="*/ 35 w 41"/>
              <a:gd name="T51" fmla="*/ 26 h 41"/>
              <a:gd name="T52" fmla="*/ 28 w 41"/>
              <a:gd name="T53" fmla="*/ 13 h 41"/>
              <a:gd name="T54" fmla="*/ 28 w 41"/>
              <a:gd name="T55" fmla="*/ 13 h 41"/>
              <a:gd name="T56" fmla="*/ 28 w 41"/>
              <a:gd name="T57" fmla="*/ 17 h 41"/>
              <a:gd name="T58" fmla="*/ 28 w 41"/>
              <a:gd name="T59" fmla="*/ 23 h 41"/>
              <a:gd name="T60" fmla="*/ 23 w 41"/>
              <a:gd name="T61" fmla="*/ 23 h 41"/>
              <a:gd name="T62" fmla="*/ 23 w 41"/>
              <a:gd name="T63" fmla="*/ 23 h 41"/>
              <a:gd name="T64" fmla="*/ 27 w 41"/>
              <a:gd name="T65" fmla="*/ 17 h 41"/>
              <a:gd name="T66" fmla="*/ 28 w 41"/>
              <a:gd name="T67" fmla="*/ 13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1" y="41"/>
                  <a:pt x="20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0" y="0"/>
                </a:cubicBezTo>
                <a:cubicBezTo>
                  <a:pt x="31" y="0"/>
                  <a:pt x="41" y="9"/>
                  <a:pt x="41" y="21"/>
                </a:cubicBezTo>
                <a:close/>
                <a:moveTo>
                  <a:pt x="16" y="9"/>
                </a:moveTo>
                <a:cubicBezTo>
                  <a:pt x="12" y="9"/>
                  <a:pt x="12" y="9"/>
                  <a:pt x="12" y="9"/>
                </a:cubicBezTo>
                <a:cubicBezTo>
                  <a:pt x="7" y="12"/>
                  <a:pt x="7" y="12"/>
                  <a:pt x="7" y="12"/>
                </a:cubicBezTo>
                <a:cubicBezTo>
                  <a:pt x="8" y="15"/>
                  <a:pt x="8" y="15"/>
                  <a:pt x="8" y="15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32"/>
                  <a:pt x="12" y="32"/>
                  <a:pt x="12" y="32"/>
                </a:cubicBezTo>
                <a:cubicBezTo>
                  <a:pt x="16" y="32"/>
                  <a:pt x="16" y="32"/>
                  <a:pt x="16" y="32"/>
                </a:cubicBezTo>
                <a:lnTo>
                  <a:pt x="16" y="9"/>
                </a:lnTo>
                <a:close/>
                <a:moveTo>
                  <a:pt x="35" y="26"/>
                </a:moveTo>
                <a:cubicBezTo>
                  <a:pt x="35" y="23"/>
                  <a:pt x="35" y="23"/>
                  <a:pt x="35" y="23"/>
                </a:cubicBezTo>
                <a:cubicBezTo>
                  <a:pt x="32" y="23"/>
                  <a:pt x="32" y="23"/>
                  <a:pt x="32" y="23"/>
                </a:cubicBezTo>
                <a:cubicBezTo>
                  <a:pt x="32" y="9"/>
                  <a:pt x="32" y="9"/>
                  <a:pt x="32" y="9"/>
                </a:cubicBezTo>
                <a:cubicBezTo>
                  <a:pt x="27" y="9"/>
                  <a:pt x="27" y="9"/>
                  <a:pt x="27" y="9"/>
                </a:cubicBezTo>
                <a:cubicBezTo>
                  <a:pt x="19" y="24"/>
                  <a:pt x="19" y="24"/>
                  <a:pt x="19" y="24"/>
                </a:cubicBezTo>
                <a:cubicBezTo>
                  <a:pt x="19" y="26"/>
                  <a:pt x="19" y="26"/>
                  <a:pt x="19" y="26"/>
                </a:cubicBezTo>
                <a:cubicBezTo>
                  <a:pt x="28" y="26"/>
                  <a:pt x="28" y="26"/>
                  <a:pt x="28" y="26"/>
                </a:cubicBezTo>
                <a:cubicBezTo>
                  <a:pt x="28" y="32"/>
                  <a:pt x="28" y="32"/>
                  <a:pt x="28" y="32"/>
                </a:cubicBezTo>
                <a:cubicBezTo>
                  <a:pt x="32" y="32"/>
                  <a:pt x="32" y="32"/>
                  <a:pt x="32" y="32"/>
                </a:cubicBezTo>
                <a:cubicBezTo>
                  <a:pt x="32" y="26"/>
                  <a:pt x="32" y="26"/>
                  <a:pt x="32" y="26"/>
                </a:cubicBezTo>
                <a:lnTo>
                  <a:pt x="35" y="26"/>
                </a:lnTo>
                <a:close/>
                <a:moveTo>
                  <a:pt x="28" y="13"/>
                </a:moveTo>
                <a:cubicBezTo>
                  <a:pt x="28" y="13"/>
                  <a:pt x="28" y="13"/>
                  <a:pt x="28" y="13"/>
                </a:cubicBezTo>
                <a:cubicBezTo>
                  <a:pt x="28" y="14"/>
                  <a:pt x="28" y="16"/>
                  <a:pt x="28" y="17"/>
                </a:cubicBezTo>
                <a:cubicBezTo>
                  <a:pt x="28" y="23"/>
                  <a:pt x="28" y="23"/>
                  <a:pt x="28" y="23"/>
                </a:cubicBezTo>
                <a:cubicBezTo>
                  <a:pt x="23" y="23"/>
                  <a:pt x="23" y="23"/>
                  <a:pt x="23" y="23"/>
                </a:cubicBezTo>
                <a:cubicBezTo>
                  <a:pt x="23" y="23"/>
                  <a:pt x="23" y="23"/>
                  <a:pt x="23" y="23"/>
                </a:cubicBezTo>
                <a:cubicBezTo>
                  <a:pt x="27" y="17"/>
                  <a:pt x="27" y="17"/>
                  <a:pt x="27" y="17"/>
                </a:cubicBezTo>
                <a:cubicBezTo>
                  <a:pt x="27" y="16"/>
                  <a:pt x="28" y="14"/>
                  <a:pt x="28" y="13"/>
                </a:cubicBezTo>
                <a:close/>
              </a:path>
            </a:pathLst>
          </a:custGeom>
          <a:solidFill>
            <a:srgbClr val="F083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18" name="Oval 71">
            <a:extLst>
              <a:ext uri="{FF2B5EF4-FFF2-40B4-BE49-F238E27FC236}">
                <a16:creationId xmlns:a16="http://schemas.microsoft.com/office/drawing/2014/main" id="{DDA8D25E-0E19-3360-A187-0AFEB2A72F07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138" y="5123880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19" name="Freeform 72">
            <a:extLst>
              <a:ext uri="{FF2B5EF4-FFF2-40B4-BE49-F238E27FC236}">
                <a16:creationId xmlns:a16="http://schemas.microsoft.com/office/drawing/2014/main" id="{CA5BB695-1AC0-4527-D586-A6969B0C8398}"/>
              </a:ext>
            </a:extLst>
          </p:cNvPr>
          <p:cNvSpPr>
            <a:spLocks noEditPoints="1"/>
          </p:cNvSpPr>
          <p:nvPr/>
        </p:nvSpPr>
        <p:spPr bwMode="auto">
          <a:xfrm>
            <a:off x="854076" y="5131818"/>
            <a:ext cx="153988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4 w 41"/>
              <a:gd name="T11" fmla="*/ 9 h 41"/>
              <a:gd name="T12" fmla="*/ 21 w 41"/>
              <a:gd name="T13" fmla="*/ 9 h 41"/>
              <a:gd name="T14" fmla="*/ 15 w 41"/>
              <a:gd name="T15" fmla="*/ 12 h 41"/>
              <a:gd name="T16" fmla="*/ 16 w 41"/>
              <a:gd name="T17" fmla="*/ 15 h 41"/>
              <a:gd name="T18" fmla="*/ 20 w 41"/>
              <a:gd name="T19" fmla="*/ 13 h 41"/>
              <a:gd name="T20" fmla="*/ 20 w 41"/>
              <a:gd name="T21" fmla="*/ 13 h 41"/>
              <a:gd name="T22" fmla="*/ 20 w 41"/>
              <a:gd name="T23" fmla="*/ 33 h 41"/>
              <a:gd name="T24" fmla="*/ 24 w 41"/>
              <a:gd name="T25" fmla="*/ 33 h 41"/>
              <a:gd name="T26" fmla="*/ 24 w 41"/>
              <a:gd name="T27" fmla="*/ 9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4" y="9"/>
                </a:moveTo>
                <a:cubicBezTo>
                  <a:pt x="21" y="9"/>
                  <a:pt x="21" y="9"/>
                  <a:pt x="21" y="9"/>
                </a:cubicBezTo>
                <a:cubicBezTo>
                  <a:pt x="15" y="12"/>
                  <a:pt x="15" y="12"/>
                  <a:pt x="15" y="12"/>
                </a:cubicBezTo>
                <a:cubicBezTo>
                  <a:pt x="16" y="15"/>
                  <a:pt x="16" y="15"/>
                  <a:pt x="16" y="15"/>
                </a:cubicBezTo>
                <a:cubicBezTo>
                  <a:pt x="20" y="13"/>
                  <a:pt x="20" y="13"/>
                  <a:pt x="20" y="13"/>
                </a:cubicBezTo>
                <a:cubicBezTo>
                  <a:pt x="20" y="13"/>
                  <a:pt x="20" y="13"/>
                  <a:pt x="20" y="13"/>
                </a:cubicBezTo>
                <a:cubicBezTo>
                  <a:pt x="20" y="33"/>
                  <a:pt x="20" y="33"/>
                  <a:pt x="20" y="33"/>
                </a:cubicBezTo>
                <a:cubicBezTo>
                  <a:pt x="24" y="33"/>
                  <a:pt x="24" y="33"/>
                  <a:pt x="24" y="33"/>
                </a:cubicBezTo>
                <a:lnTo>
                  <a:pt x="24" y="9"/>
                </a:lnTo>
                <a:close/>
              </a:path>
            </a:pathLst>
          </a:custGeom>
          <a:solidFill>
            <a:srgbClr val="F083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20" name="Oval 73">
            <a:extLst>
              <a:ext uri="{FF2B5EF4-FFF2-40B4-BE49-F238E27FC236}">
                <a16:creationId xmlns:a16="http://schemas.microsoft.com/office/drawing/2014/main" id="{698C5F2D-A145-0599-83C1-B00B0B819EE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79501" y="5123880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21" name="Freeform 74">
            <a:extLst>
              <a:ext uri="{FF2B5EF4-FFF2-40B4-BE49-F238E27FC236}">
                <a16:creationId xmlns:a16="http://schemas.microsoft.com/office/drawing/2014/main" id="{F5751E92-BC1F-715E-61C1-242828CC9DA1}"/>
              </a:ext>
            </a:extLst>
          </p:cNvPr>
          <p:cNvSpPr>
            <a:spLocks noEditPoints="1"/>
          </p:cNvSpPr>
          <p:nvPr/>
        </p:nvSpPr>
        <p:spPr bwMode="auto">
          <a:xfrm>
            <a:off x="1087438" y="5131818"/>
            <a:ext cx="153988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9 w 41"/>
              <a:gd name="T11" fmla="*/ 29 h 41"/>
              <a:gd name="T12" fmla="*/ 20 w 41"/>
              <a:gd name="T13" fmla="*/ 29 h 41"/>
              <a:gd name="T14" fmla="*/ 20 w 41"/>
              <a:gd name="T15" fmla="*/ 29 h 41"/>
              <a:gd name="T16" fmla="*/ 22 w 41"/>
              <a:gd name="T17" fmla="*/ 27 h 41"/>
              <a:gd name="T18" fmla="*/ 28 w 41"/>
              <a:gd name="T19" fmla="*/ 16 h 41"/>
              <a:gd name="T20" fmla="*/ 21 w 41"/>
              <a:gd name="T21" fmla="*/ 8 h 41"/>
              <a:gd name="T22" fmla="*/ 14 w 41"/>
              <a:gd name="T23" fmla="*/ 11 h 41"/>
              <a:gd name="T24" fmla="*/ 15 w 41"/>
              <a:gd name="T25" fmla="*/ 14 h 41"/>
              <a:gd name="T26" fmla="*/ 20 w 41"/>
              <a:gd name="T27" fmla="*/ 12 h 41"/>
              <a:gd name="T28" fmla="*/ 24 w 41"/>
              <a:gd name="T29" fmla="*/ 16 h 41"/>
              <a:gd name="T30" fmla="*/ 16 w 41"/>
              <a:gd name="T31" fmla="*/ 27 h 41"/>
              <a:gd name="T32" fmla="*/ 14 w 41"/>
              <a:gd name="T33" fmla="*/ 30 h 41"/>
              <a:gd name="T34" fmla="*/ 14 w 41"/>
              <a:gd name="T35" fmla="*/ 33 h 41"/>
              <a:gd name="T36" fmla="*/ 29 w 41"/>
              <a:gd name="T37" fmla="*/ 33 h 41"/>
              <a:gd name="T38" fmla="*/ 29 w 41"/>
              <a:gd name="T39" fmla="*/ 29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29"/>
                </a:moveTo>
                <a:cubicBezTo>
                  <a:pt x="20" y="29"/>
                  <a:pt x="20" y="29"/>
                  <a:pt x="20" y="29"/>
                </a:cubicBezTo>
                <a:cubicBezTo>
                  <a:pt x="20" y="29"/>
                  <a:pt x="20" y="29"/>
                  <a:pt x="20" y="29"/>
                </a:cubicBezTo>
                <a:cubicBezTo>
                  <a:pt x="22" y="27"/>
                  <a:pt x="22" y="27"/>
                  <a:pt x="22" y="27"/>
                </a:cubicBezTo>
                <a:cubicBezTo>
                  <a:pt x="25" y="23"/>
                  <a:pt x="28" y="20"/>
                  <a:pt x="28" y="16"/>
                </a:cubicBezTo>
                <a:cubicBezTo>
                  <a:pt x="28" y="12"/>
                  <a:pt x="26" y="8"/>
                  <a:pt x="21" y="8"/>
                </a:cubicBezTo>
                <a:cubicBezTo>
                  <a:pt x="18" y="8"/>
                  <a:pt x="16" y="9"/>
                  <a:pt x="14" y="11"/>
                </a:cubicBezTo>
                <a:cubicBezTo>
                  <a:pt x="15" y="14"/>
                  <a:pt x="15" y="14"/>
                  <a:pt x="15" y="14"/>
                </a:cubicBezTo>
                <a:cubicBezTo>
                  <a:pt x="16" y="13"/>
                  <a:pt x="18" y="12"/>
                  <a:pt x="20" y="12"/>
                </a:cubicBezTo>
                <a:cubicBezTo>
                  <a:pt x="23" y="12"/>
                  <a:pt x="24" y="14"/>
                  <a:pt x="24" y="16"/>
                </a:cubicBezTo>
                <a:cubicBezTo>
                  <a:pt x="24" y="19"/>
                  <a:pt x="21" y="22"/>
                  <a:pt x="16" y="27"/>
                </a:cubicBezTo>
                <a:cubicBezTo>
                  <a:pt x="14" y="30"/>
                  <a:pt x="14" y="30"/>
                  <a:pt x="14" y="30"/>
                </a:cubicBezTo>
                <a:cubicBezTo>
                  <a:pt x="14" y="33"/>
                  <a:pt x="14" y="33"/>
                  <a:pt x="14" y="33"/>
                </a:cubicBezTo>
                <a:cubicBezTo>
                  <a:pt x="29" y="33"/>
                  <a:pt x="29" y="33"/>
                  <a:pt x="29" y="33"/>
                </a:cubicBezTo>
                <a:lnTo>
                  <a:pt x="29" y="29"/>
                </a:lnTo>
                <a:close/>
              </a:path>
            </a:pathLst>
          </a:custGeom>
          <a:solidFill>
            <a:srgbClr val="F083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22" name="Oval 75">
            <a:extLst>
              <a:ext uri="{FF2B5EF4-FFF2-40B4-BE49-F238E27FC236}">
                <a16:creationId xmlns:a16="http://schemas.microsoft.com/office/drawing/2014/main" id="{014629F3-86CC-D8A6-3C85-19F30E5A58D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50963" y="5123880"/>
            <a:ext cx="174625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23" name="Freeform 76">
            <a:extLst>
              <a:ext uri="{FF2B5EF4-FFF2-40B4-BE49-F238E27FC236}">
                <a16:creationId xmlns:a16="http://schemas.microsoft.com/office/drawing/2014/main" id="{68ACCE25-D2CD-F2F8-7C4F-243F44A1F908}"/>
              </a:ext>
            </a:extLst>
          </p:cNvPr>
          <p:cNvSpPr>
            <a:spLocks noEditPoints="1"/>
          </p:cNvSpPr>
          <p:nvPr/>
        </p:nvSpPr>
        <p:spPr bwMode="auto">
          <a:xfrm>
            <a:off x="1358901" y="5131818"/>
            <a:ext cx="155575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9 w 41"/>
              <a:gd name="T11" fmla="*/ 26 h 41"/>
              <a:gd name="T12" fmla="*/ 24 w 41"/>
              <a:gd name="T13" fmla="*/ 20 h 41"/>
              <a:gd name="T14" fmla="*/ 24 w 41"/>
              <a:gd name="T15" fmla="*/ 20 h 41"/>
              <a:gd name="T16" fmla="*/ 28 w 41"/>
              <a:gd name="T17" fmla="*/ 14 h 41"/>
              <a:gd name="T18" fmla="*/ 21 w 41"/>
              <a:gd name="T19" fmla="*/ 8 h 41"/>
              <a:gd name="T20" fmla="*/ 15 w 41"/>
              <a:gd name="T21" fmla="*/ 10 h 41"/>
              <a:gd name="T22" fmla="*/ 16 w 41"/>
              <a:gd name="T23" fmla="*/ 13 h 41"/>
              <a:gd name="T24" fmla="*/ 20 w 41"/>
              <a:gd name="T25" fmla="*/ 12 h 41"/>
              <a:gd name="T26" fmla="*/ 24 w 41"/>
              <a:gd name="T27" fmla="*/ 15 h 41"/>
              <a:gd name="T28" fmla="*/ 19 w 41"/>
              <a:gd name="T29" fmla="*/ 18 h 41"/>
              <a:gd name="T30" fmla="*/ 17 w 41"/>
              <a:gd name="T31" fmla="*/ 18 h 41"/>
              <a:gd name="T32" fmla="*/ 17 w 41"/>
              <a:gd name="T33" fmla="*/ 22 h 41"/>
              <a:gd name="T34" fmla="*/ 19 w 41"/>
              <a:gd name="T35" fmla="*/ 22 h 41"/>
              <a:gd name="T36" fmla="*/ 24 w 41"/>
              <a:gd name="T37" fmla="*/ 26 h 41"/>
              <a:gd name="T38" fmla="*/ 20 w 41"/>
              <a:gd name="T39" fmla="*/ 29 h 41"/>
              <a:gd name="T40" fmla="*/ 15 w 41"/>
              <a:gd name="T41" fmla="*/ 28 h 41"/>
              <a:gd name="T42" fmla="*/ 14 w 41"/>
              <a:gd name="T43" fmla="*/ 31 h 41"/>
              <a:gd name="T44" fmla="*/ 20 w 41"/>
              <a:gd name="T45" fmla="*/ 33 h 41"/>
              <a:gd name="T46" fmla="*/ 29 w 41"/>
              <a:gd name="T47" fmla="*/ 26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10" y="41"/>
                  <a:pt x="0" y="32"/>
                  <a:pt x="0" y="21"/>
                </a:cubicBezTo>
                <a:cubicBezTo>
                  <a:pt x="0" y="9"/>
                  <a:pt x="10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26"/>
                </a:moveTo>
                <a:cubicBezTo>
                  <a:pt x="29" y="23"/>
                  <a:pt x="26" y="20"/>
                  <a:pt x="24" y="20"/>
                </a:cubicBezTo>
                <a:cubicBezTo>
                  <a:pt x="24" y="20"/>
                  <a:pt x="24" y="20"/>
                  <a:pt x="24" y="20"/>
                </a:cubicBezTo>
                <a:cubicBezTo>
                  <a:pt x="26" y="19"/>
                  <a:pt x="28" y="17"/>
                  <a:pt x="28" y="14"/>
                </a:cubicBezTo>
                <a:cubicBezTo>
                  <a:pt x="28" y="11"/>
                  <a:pt x="25" y="8"/>
                  <a:pt x="21" y="8"/>
                </a:cubicBezTo>
                <a:cubicBezTo>
                  <a:pt x="18" y="8"/>
                  <a:pt x="16" y="9"/>
                  <a:pt x="15" y="10"/>
                </a:cubicBezTo>
                <a:cubicBezTo>
                  <a:pt x="16" y="13"/>
                  <a:pt x="16" y="13"/>
                  <a:pt x="16" y="13"/>
                </a:cubicBezTo>
                <a:cubicBezTo>
                  <a:pt x="16" y="13"/>
                  <a:pt x="18" y="12"/>
                  <a:pt x="20" y="12"/>
                </a:cubicBezTo>
                <a:cubicBezTo>
                  <a:pt x="22" y="12"/>
                  <a:pt x="24" y="13"/>
                  <a:pt x="24" y="15"/>
                </a:cubicBezTo>
                <a:cubicBezTo>
                  <a:pt x="24" y="17"/>
                  <a:pt x="21" y="18"/>
                  <a:pt x="19" y="18"/>
                </a:cubicBezTo>
                <a:cubicBezTo>
                  <a:pt x="17" y="18"/>
                  <a:pt x="17" y="18"/>
                  <a:pt x="17" y="18"/>
                </a:cubicBezTo>
                <a:cubicBezTo>
                  <a:pt x="17" y="22"/>
                  <a:pt x="17" y="22"/>
                  <a:pt x="17" y="22"/>
                </a:cubicBezTo>
                <a:cubicBezTo>
                  <a:pt x="19" y="22"/>
                  <a:pt x="19" y="22"/>
                  <a:pt x="19" y="22"/>
                </a:cubicBezTo>
                <a:cubicBezTo>
                  <a:pt x="22" y="22"/>
                  <a:pt x="24" y="23"/>
                  <a:pt x="24" y="26"/>
                </a:cubicBezTo>
                <a:cubicBezTo>
                  <a:pt x="24" y="28"/>
                  <a:pt x="23" y="29"/>
                  <a:pt x="20" y="29"/>
                </a:cubicBezTo>
                <a:cubicBezTo>
                  <a:pt x="18" y="29"/>
                  <a:pt x="16" y="29"/>
                  <a:pt x="15" y="28"/>
                </a:cubicBezTo>
                <a:cubicBezTo>
                  <a:pt x="14" y="31"/>
                  <a:pt x="14" y="31"/>
                  <a:pt x="14" y="31"/>
                </a:cubicBezTo>
                <a:cubicBezTo>
                  <a:pt x="15" y="32"/>
                  <a:pt x="17" y="33"/>
                  <a:pt x="20" y="33"/>
                </a:cubicBezTo>
                <a:cubicBezTo>
                  <a:pt x="25" y="33"/>
                  <a:pt x="29" y="30"/>
                  <a:pt x="29" y="26"/>
                </a:cubicBezTo>
                <a:close/>
              </a:path>
            </a:pathLst>
          </a:custGeom>
          <a:solidFill>
            <a:srgbClr val="F083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24" name="Oval 77">
            <a:extLst>
              <a:ext uri="{FF2B5EF4-FFF2-40B4-BE49-F238E27FC236}">
                <a16:creationId xmlns:a16="http://schemas.microsoft.com/office/drawing/2014/main" id="{FE92AD27-6BE6-27B1-D344-14F041CB7AD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635126" y="5123880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25" name="Freeform 78">
            <a:extLst>
              <a:ext uri="{FF2B5EF4-FFF2-40B4-BE49-F238E27FC236}">
                <a16:creationId xmlns:a16="http://schemas.microsoft.com/office/drawing/2014/main" id="{DC085621-C867-8B72-68B1-799A2D9C7D05}"/>
              </a:ext>
            </a:extLst>
          </p:cNvPr>
          <p:cNvSpPr>
            <a:spLocks noEditPoints="1"/>
          </p:cNvSpPr>
          <p:nvPr/>
        </p:nvSpPr>
        <p:spPr bwMode="auto">
          <a:xfrm>
            <a:off x="1641476" y="5131818"/>
            <a:ext cx="155575" cy="165100"/>
          </a:xfrm>
          <a:custGeom>
            <a:avLst/>
            <a:gdLst>
              <a:gd name="T0" fmla="*/ 41 w 41"/>
              <a:gd name="T1" fmla="*/ 21 h 41"/>
              <a:gd name="T2" fmla="*/ 20 w 41"/>
              <a:gd name="T3" fmla="*/ 41 h 41"/>
              <a:gd name="T4" fmla="*/ 0 w 41"/>
              <a:gd name="T5" fmla="*/ 21 h 41"/>
              <a:gd name="T6" fmla="*/ 20 w 41"/>
              <a:gd name="T7" fmla="*/ 0 h 41"/>
              <a:gd name="T8" fmla="*/ 41 w 41"/>
              <a:gd name="T9" fmla="*/ 21 h 41"/>
              <a:gd name="T10" fmla="*/ 29 w 41"/>
              <a:gd name="T11" fmla="*/ 23 h 41"/>
              <a:gd name="T12" fmla="*/ 26 w 41"/>
              <a:gd name="T13" fmla="*/ 23 h 41"/>
              <a:gd name="T14" fmla="*/ 26 w 41"/>
              <a:gd name="T15" fmla="*/ 9 h 41"/>
              <a:gd name="T16" fmla="*/ 22 w 41"/>
              <a:gd name="T17" fmla="*/ 9 h 41"/>
              <a:gd name="T18" fmla="*/ 13 w 41"/>
              <a:gd name="T19" fmla="*/ 24 h 41"/>
              <a:gd name="T20" fmla="*/ 13 w 41"/>
              <a:gd name="T21" fmla="*/ 27 h 41"/>
              <a:gd name="T22" fmla="*/ 23 w 41"/>
              <a:gd name="T23" fmla="*/ 27 h 41"/>
              <a:gd name="T24" fmla="*/ 23 w 41"/>
              <a:gd name="T25" fmla="*/ 33 h 41"/>
              <a:gd name="T26" fmla="*/ 26 w 41"/>
              <a:gd name="T27" fmla="*/ 33 h 41"/>
              <a:gd name="T28" fmla="*/ 26 w 41"/>
              <a:gd name="T29" fmla="*/ 27 h 41"/>
              <a:gd name="T30" fmla="*/ 29 w 41"/>
              <a:gd name="T31" fmla="*/ 27 h 41"/>
              <a:gd name="T32" fmla="*/ 29 w 41"/>
              <a:gd name="T33" fmla="*/ 23 h 41"/>
              <a:gd name="T34" fmla="*/ 23 w 41"/>
              <a:gd name="T35" fmla="*/ 12 h 41"/>
              <a:gd name="T36" fmla="*/ 23 w 41"/>
              <a:gd name="T37" fmla="*/ 12 h 41"/>
              <a:gd name="T38" fmla="*/ 23 w 41"/>
              <a:gd name="T39" fmla="*/ 17 h 41"/>
              <a:gd name="T40" fmla="*/ 23 w 41"/>
              <a:gd name="T41" fmla="*/ 23 h 41"/>
              <a:gd name="T42" fmla="*/ 17 w 41"/>
              <a:gd name="T43" fmla="*/ 23 h 41"/>
              <a:gd name="T44" fmla="*/ 17 w 41"/>
              <a:gd name="T45" fmla="*/ 23 h 41"/>
              <a:gd name="T46" fmla="*/ 21 w 41"/>
              <a:gd name="T47" fmla="*/ 16 h 41"/>
              <a:gd name="T48" fmla="*/ 23 w 41"/>
              <a:gd name="T49" fmla="*/ 12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0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0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23"/>
                </a:moveTo>
                <a:cubicBezTo>
                  <a:pt x="26" y="23"/>
                  <a:pt x="26" y="23"/>
                  <a:pt x="26" y="23"/>
                </a:cubicBezTo>
                <a:cubicBezTo>
                  <a:pt x="26" y="9"/>
                  <a:pt x="26" y="9"/>
                  <a:pt x="26" y="9"/>
                </a:cubicBezTo>
                <a:cubicBezTo>
                  <a:pt x="22" y="9"/>
                  <a:pt x="22" y="9"/>
                  <a:pt x="22" y="9"/>
                </a:cubicBezTo>
                <a:cubicBezTo>
                  <a:pt x="13" y="24"/>
                  <a:pt x="13" y="24"/>
                  <a:pt x="13" y="24"/>
                </a:cubicBezTo>
                <a:cubicBezTo>
                  <a:pt x="13" y="27"/>
                  <a:pt x="13" y="27"/>
                  <a:pt x="13" y="27"/>
                </a:cubicBezTo>
                <a:cubicBezTo>
                  <a:pt x="23" y="27"/>
                  <a:pt x="23" y="27"/>
                  <a:pt x="23" y="27"/>
                </a:cubicBezTo>
                <a:cubicBezTo>
                  <a:pt x="23" y="33"/>
                  <a:pt x="23" y="33"/>
                  <a:pt x="23" y="33"/>
                </a:cubicBezTo>
                <a:cubicBezTo>
                  <a:pt x="26" y="33"/>
                  <a:pt x="26" y="33"/>
                  <a:pt x="26" y="33"/>
                </a:cubicBezTo>
                <a:cubicBezTo>
                  <a:pt x="26" y="27"/>
                  <a:pt x="26" y="27"/>
                  <a:pt x="26" y="27"/>
                </a:cubicBezTo>
                <a:cubicBezTo>
                  <a:pt x="29" y="27"/>
                  <a:pt x="29" y="27"/>
                  <a:pt x="29" y="27"/>
                </a:cubicBezTo>
                <a:lnTo>
                  <a:pt x="29" y="23"/>
                </a:lnTo>
                <a:close/>
                <a:moveTo>
                  <a:pt x="23" y="12"/>
                </a:moveTo>
                <a:cubicBezTo>
                  <a:pt x="23" y="12"/>
                  <a:pt x="23" y="12"/>
                  <a:pt x="23" y="12"/>
                </a:cubicBezTo>
                <a:cubicBezTo>
                  <a:pt x="23" y="14"/>
                  <a:pt x="23" y="15"/>
                  <a:pt x="23" y="17"/>
                </a:cubicBezTo>
                <a:cubicBezTo>
                  <a:pt x="23" y="23"/>
                  <a:pt x="23" y="23"/>
                  <a:pt x="23" y="23"/>
                </a:cubicBezTo>
                <a:cubicBezTo>
                  <a:pt x="17" y="23"/>
                  <a:pt x="17" y="23"/>
                  <a:pt x="17" y="23"/>
                </a:cubicBezTo>
                <a:cubicBezTo>
                  <a:pt x="17" y="23"/>
                  <a:pt x="17" y="23"/>
                  <a:pt x="17" y="23"/>
                </a:cubicBezTo>
                <a:cubicBezTo>
                  <a:pt x="21" y="16"/>
                  <a:pt x="21" y="16"/>
                  <a:pt x="21" y="16"/>
                </a:cubicBezTo>
                <a:cubicBezTo>
                  <a:pt x="21" y="15"/>
                  <a:pt x="22" y="14"/>
                  <a:pt x="23" y="12"/>
                </a:cubicBezTo>
                <a:close/>
              </a:path>
            </a:pathLst>
          </a:custGeom>
          <a:solidFill>
            <a:srgbClr val="F083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26" name="Oval 79">
            <a:extLst>
              <a:ext uri="{FF2B5EF4-FFF2-40B4-BE49-F238E27FC236}">
                <a16:creationId xmlns:a16="http://schemas.microsoft.com/office/drawing/2014/main" id="{45CCB2DD-A774-128D-C15B-7422E21B6AD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01826" y="5123880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27" name="Freeform 80">
            <a:extLst>
              <a:ext uri="{FF2B5EF4-FFF2-40B4-BE49-F238E27FC236}">
                <a16:creationId xmlns:a16="http://schemas.microsoft.com/office/drawing/2014/main" id="{23E9685C-D227-2ECD-683D-C097549CC52C}"/>
              </a:ext>
            </a:extLst>
          </p:cNvPr>
          <p:cNvSpPr>
            <a:spLocks noEditPoints="1"/>
          </p:cNvSpPr>
          <p:nvPr/>
        </p:nvSpPr>
        <p:spPr bwMode="auto">
          <a:xfrm>
            <a:off x="1909763" y="5131818"/>
            <a:ext cx="155575" cy="165100"/>
          </a:xfrm>
          <a:custGeom>
            <a:avLst/>
            <a:gdLst>
              <a:gd name="T0" fmla="*/ 41 w 41"/>
              <a:gd name="T1" fmla="*/ 21 h 41"/>
              <a:gd name="T2" fmla="*/ 20 w 41"/>
              <a:gd name="T3" fmla="*/ 41 h 41"/>
              <a:gd name="T4" fmla="*/ 0 w 41"/>
              <a:gd name="T5" fmla="*/ 21 h 41"/>
              <a:gd name="T6" fmla="*/ 20 w 41"/>
              <a:gd name="T7" fmla="*/ 0 h 41"/>
              <a:gd name="T8" fmla="*/ 41 w 41"/>
              <a:gd name="T9" fmla="*/ 21 h 41"/>
              <a:gd name="T10" fmla="*/ 28 w 41"/>
              <a:gd name="T11" fmla="*/ 25 h 41"/>
              <a:gd name="T12" fmla="*/ 25 w 41"/>
              <a:gd name="T13" fmla="*/ 19 h 41"/>
              <a:gd name="T14" fmla="*/ 20 w 41"/>
              <a:gd name="T15" fmla="*/ 17 h 41"/>
              <a:gd name="T16" fmla="*/ 18 w 41"/>
              <a:gd name="T17" fmla="*/ 17 h 41"/>
              <a:gd name="T18" fmla="*/ 19 w 41"/>
              <a:gd name="T19" fmla="*/ 12 h 41"/>
              <a:gd name="T20" fmla="*/ 27 w 41"/>
              <a:gd name="T21" fmla="*/ 12 h 41"/>
              <a:gd name="T22" fmla="*/ 27 w 41"/>
              <a:gd name="T23" fmla="*/ 9 h 41"/>
              <a:gd name="T24" fmla="*/ 16 w 41"/>
              <a:gd name="T25" fmla="*/ 9 h 41"/>
              <a:gd name="T26" fmla="*/ 15 w 41"/>
              <a:gd name="T27" fmla="*/ 21 h 41"/>
              <a:gd name="T28" fmla="*/ 18 w 41"/>
              <a:gd name="T29" fmla="*/ 21 h 41"/>
              <a:gd name="T30" fmla="*/ 24 w 41"/>
              <a:gd name="T31" fmla="*/ 25 h 41"/>
              <a:gd name="T32" fmla="*/ 19 w 41"/>
              <a:gd name="T33" fmla="*/ 30 h 41"/>
              <a:gd name="T34" fmla="*/ 14 w 41"/>
              <a:gd name="T35" fmla="*/ 28 h 41"/>
              <a:gd name="T36" fmla="*/ 13 w 41"/>
              <a:gd name="T37" fmla="*/ 32 h 41"/>
              <a:gd name="T38" fmla="*/ 19 w 41"/>
              <a:gd name="T39" fmla="*/ 33 h 41"/>
              <a:gd name="T40" fmla="*/ 28 w 41"/>
              <a:gd name="T41" fmla="*/ 25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0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0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8" y="25"/>
                </a:moveTo>
                <a:cubicBezTo>
                  <a:pt x="28" y="22"/>
                  <a:pt x="27" y="20"/>
                  <a:pt x="25" y="19"/>
                </a:cubicBezTo>
                <a:cubicBezTo>
                  <a:pt x="24" y="18"/>
                  <a:pt x="22" y="17"/>
                  <a:pt x="20" y="17"/>
                </a:cubicBezTo>
                <a:cubicBezTo>
                  <a:pt x="19" y="17"/>
                  <a:pt x="19" y="17"/>
                  <a:pt x="18" y="17"/>
                </a:cubicBezTo>
                <a:cubicBezTo>
                  <a:pt x="19" y="12"/>
                  <a:pt x="19" y="12"/>
                  <a:pt x="19" y="12"/>
                </a:cubicBezTo>
                <a:cubicBezTo>
                  <a:pt x="27" y="12"/>
                  <a:pt x="27" y="12"/>
                  <a:pt x="27" y="12"/>
                </a:cubicBezTo>
                <a:cubicBezTo>
                  <a:pt x="27" y="9"/>
                  <a:pt x="27" y="9"/>
                  <a:pt x="27" y="9"/>
                </a:cubicBezTo>
                <a:cubicBezTo>
                  <a:pt x="16" y="9"/>
                  <a:pt x="16" y="9"/>
                  <a:pt x="16" y="9"/>
                </a:cubicBezTo>
                <a:cubicBezTo>
                  <a:pt x="15" y="21"/>
                  <a:pt x="15" y="21"/>
                  <a:pt x="15" y="21"/>
                </a:cubicBezTo>
                <a:cubicBezTo>
                  <a:pt x="15" y="21"/>
                  <a:pt x="16" y="21"/>
                  <a:pt x="18" y="21"/>
                </a:cubicBezTo>
                <a:cubicBezTo>
                  <a:pt x="22" y="21"/>
                  <a:pt x="24" y="22"/>
                  <a:pt x="24" y="25"/>
                </a:cubicBezTo>
                <a:cubicBezTo>
                  <a:pt x="24" y="28"/>
                  <a:pt x="21" y="30"/>
                  <a:pt x="19" y="30"/>
                </a:cubicBezTo>
                <a:cubicBezTo>
                  <a:pt x="17" y="30"/>
                  <a:pt x="15" y="29"/>
                  <a:pt x="14" y="28"/>
                </a:cubicBezTo>
                <a:cubicBezTo>
                  <a:pt x="13" y="32"/>
                  <a:pt x="13" y="32"/>
                  <a:pt x="13" y="32"/>
                </a:cubicBezTo>
                <a:cubicBezTo>
                  <a:pt x="14" y="32"/>
                  <a:pt x="17" y="33"/>
                  <a:pt x="19" y="33"/>
                </a:cubicBezTo>
                <a:cubicBezTo>
                  <a:pt x="25" y="33"/>
                  <a:pt x="28" y="29"/>
                  <a:pt x="28" y="25"/>
                </a:cubicBezTo>
                <a:close/>
              </a:path>
            </a:pathLst>
          </a:custGeom>
          <a:solidFill>
            <a:srgbClr val="F083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28" name="Oval 81">
            <a:extLst>
              <a:ext uri="{FF2B5EF4-FFF2-40B4-BE49-F238E27FC236}">
                <a16:creationId xmlns:a16="http://schemas.microsoft.com/office/drawing/2014/main" id="{70B539A9-452E-519D-28C4-7FB41A094AE7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92338" y="5123880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29" name="Freeform 82">
            <a:extLst>
              <a:ext uri="{FF2B5EF4-FFF2-40B4-BE49-F238E27FC236}">
                <a16:creationId xmlns:a16="http://schemas.microsoft.com/office/drawing/2014/main" id="{D0101A69-6B99-7D1C-81A0-D48B04A0DFB3}"/>
              </a:ext>
            </a:extLst>
          </p:cNvPr>
          <p:cNvSpPr>
            <a:spLocks noEditPoints="1"/>
          </p:cNvSpPr>
          <p:nvPr/>
        </p:nvSpPr>
        <p:spPr bwMode="auto">
          <a:xfrm>
            <a:off x="2200276" y="5131818"/>
            <a:ext cx="155575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9 w 41"/>
              <a:gd name="T11" fmla="*/ 25 h 41"/>
              <a:gd name="T12" fmla="*/ 22 w 41"/>
              <a:gd name="T13" fmla="*/ 17 h 41"/>
              <a:gd name="T14" fmla="*/ 18 w 41"/>
              <a:gd name="T15" fmla="*/ 19 h 41"/>
              <a:gd name="T16" fmla="*/ 17 w 41"/>
              <a:gd name="T17" fmla="*/ 19 h 41"/>
              <a:gd name="T18" fmla="*/ 25 w 41"/>
              <a:gd name="T19" fmla="*/ 12 h 41"/>
              <a:gd name="T20" fmla="*/ 27 w 41"/>
              <a:gd name="T21" fmla="*/ 12 h 41"/>
              <a:gd name="T22" fmla="*/ 27 w 41"/>
              <a:gd name="T23" fmla="*/ 8 h 41"/>
              <a:gd name="T24" fmla="*/ 25 w 41"/>
              <a:gd name="T25" fmla="*/ 8 h 41"/>
              <a:gd name="T26" fmla="*/ 17 w 41"/>
              <a:gd name="T27" fmla="*/ 12 h 41"/>
              <a:gd name="T28" fmla="*/ 13 w 41"/>
              <a:gd name="T29" fmla="*/ 23 h 41"/>
              <a:gd name="T30" fmla="*/ 22 w 41"/>
              <a:gd name="T31" fmla="*/ 33 h 41"/>
              <a:gd name="T32" fmla="*/ 29 w 41"/>
              <a:gd name="T33" fmla="*/ 25 h 41"/>
              <a:gd name="T34" fmla="*/ 25 w 41"/>
              <a:gd name="T35" fmla="*/ 25 h 41"/>
              <a:gd name="T36" fmla="*/ 22 w 41"/>
              <a:gd name="T37" fmla="*/ 30 h 41"/>
              <a:gd name="T38" fmla="*/ 21 w 41"/>
              <a:gd name="T39" fmla="*/ 30 h 41"/>
              <a:gd name="T40" fmla="*/ 17 w 41"/>
              <a:gd name="T41" fmla="*/ 24 h 41"/>
              <a:gd name="T42" fmla="*/ 18 w 41"/>
              <a:gd name="T43" fmla="*/ 22 h 41"/>
              <a:gd name="T44" fmla="*/ 21 w 41"/>
              <a:gd name="T45" fmla="*/ 20 h 41"/>
              <a:gd name="T46" fmla="*/ 25 w 41"/>
              <a:gd name="T47" fmla="*/ 25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25"/>
                </a:moveTo>
                <a:cubicBezTo>
                  <a:pt x="29" y="20"/>
                  <a:pt x="26" y="17"/>
                  <a:pt x="22" y="17"/>
                </a:cubicBezTo>
                <a:cubicBezTo>
                  <a:pt x="20" y="17"/>
                  <a:pt x="19" y="18"/>
                  <a:pt x="18" y="19"/>
                </a:cubicBezTo>
                <a:cubicBezTo>
                  <a:pt x="17" y="19"/>
                  <a:pt x="17" y="19"/>
                  <a:pt x="17" y="19"/>
                </a:cubicBezTo>
                <a:cubicBezTo>
                  <a:pt x="18" y="16"/>
                  <a:pt x="20" y="13"/>
                  <a:pt x="25" y="12"/>
                </a:cubicBezTo>
                <a:cubicBezTo>
                  <a:pt x="26" y="12"/>
                  <a:pt x="26" y="12"/>
                  <a:pt x="27" y="12"/>
                </a:cubicBezTo>
                <a:cubicBezTo>
                  <a:pt x="27" y="8"/>
                  <a:pt x="27" y="8"/>
                  <a:pt x="27" y="8"/>
                </a:cubicBezTo>
                <a:cubicBezTo>
                  <a:pt x="26" y="8"/>
                  <a:pt x="26" y="8"/>
                  <a:pt x="25" y="8"/>
                </a:cubicBezTo>
                <a:cubicBezTo>
                  <a:pt x="22" y="9"/>
                  <a:pt x="19" y="10"/>
                  <a:pt x="17" y="12"/>
                </a:cubicBezTo>
                <a:cubicBezTo>
                  <a:pt x="15" y="14"/>
                  <a:pt x="13" y="18"/>
                  <a:pt x="13" y="23"/>
                </a:cubicBezTo>
                <a:cubicBezTo>
                  <a:pt x="13" y="29"/>
                  <a:pt x="16" y="33"/>
                  <a:pt x="22" y="33"/>
                </a:cubicBezTo>
                <a:cubicBezTo>
                  <a:pt x="26" y="33"/>
                  <a:pt x="29" y="29"/>
                  <a:pt x="29" y="25"/>
                </a:cubicBezTo>
                <a:close/>
                <a:moveTo>
                  <a:pt x="25" y="25"/>
                </a:moveTo>
                <a:cubicBezTo>
                  <a:pt x="25" y="28"/>
                  <a:pt x="24" y="30"/>
                  <a:pt x="22" y="30"/>
                </a:cubicBezTo>
                <a:cubicBezTo>
                  <a:pt x="21" y="30"/>
                  <a:pt x="21" y="30"/>
                  <a:pt x="21" y="30"/>
                </a:cubicBezTo>
                <a:cubicBezTo>
                  <a:pt x="19" y="30"/>
                  <a:pt x="17" y="27"/>
                  <a:pt x="17" y="24"/>
                </a:cubicBezTo>
                <a:cubicBezTo>
                  <a:pt x="17" y="23"/>
                  <a:pt x="17" y="23"/>
                  <a:pt x="18" y="22"/>
                </a:cubicBezTo>
                <a:cubicBezTo>
                  <a:pt x="18" y="21"/>
                  <a:pt x="20" y="20"/>
                  <a:pt x="21" y="20"/>
                </a:cubicBezTo>
                <a:cubicBezTo>
                  <a:pt x="24" y="20"/>
                  <a:pt x="25" y="22"/>
                  <a:pt x="25" y="25"/>
                </a:cubicBezTo>
                <a:close/>
              </a:path>
            </a:pathLst>
          </a:custGeom>
          <a:solidFill>
            <a:srgbClr val="F083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30" name="Oval 83">
            <a:extLst>
              <a:ext uri="{FF2B5EF4-FFF2-40B4-BE49-F238E27FC236}">
                <a16:creationId xmlns:a16="http://schemas.microsoft.com/office/drawing/2014/main" id="{2C7A1880-D997-2743-7F08-534931351401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09838" y="5123880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31" name="Freeform 84">
            <a:extLst>
              <a:ext uri="{FF2B5EF4-FFF2-40B4-BE49-F238E27FC236}">
                <a16:creationId xmlns:a16="http://schemas.microsoft.com/office/drawing/2014/main" id="{C5587BEA-60F7-05C9-7025-23059D37ECB5}"/>
              </a:ext>
            </a:extLst>
          </p:cNvPr>
          <p:cNvSpPr>
            <a:spLocks noEditPoints="1"/>
          </p:cNvSpPr>
          <p:nvPr/>
        </p:nvSpPr>
        <p:spPr bwMode="auto">
          <a:xfrm>
            <a:off x="2517776" y="5131818"/>
            <a:ext cx="153988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9 w 41"/>
              <a:gd name="T11" fmla="*/ 9 h 41"/>
              <a:gd name="T12" fmla="*/ 14 w 41"/>
              <a:gd name="T13" fmla="*/ 9 h 41"/>
              <a:gd name="T14" fmla="*/ 14 w 41"/>
              <a:gd name="T15" fmla="*/ 12 h 41"/>
              <a:gd name="T16" fmla="*/ 24 w 41"/>
              <a:gd name="T17" fmla="*/ 12 h 41"/>
              <a:gd name="T18" fmla="*/ 24 w 41"/>
              <a:gd name="T19" fmla="*/ 12 h 41"/>
              <a:gd name="T20" fmla="*/ 15 w 41"/>
              <a:gd name="T21" fmla="*/ 33 h 41"/>
              <a:gd name="T22" fmla="*/ 20 w 41"/>
              <a:gd name="T23" fmla="*/ 33 h 41"/>
              <a:gd name="T24" fmla="*/ 29 w 41"/>
              <a:gd name="T25" fmla="*/ 12 h 41"/>
              <a:gd name="T26" fmla="*/ 29 w 41"/>
              <a:gd name="T27" fmla="*/ 9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9"/>
                </a:moveTo>
                <a:cubicBezTo>
                  <a:pt x="14" y="9"/>
                  <a:pt x="14" y="9"/>
                  <a:pt x="14" y="9"/>
                </a:cubicBezTo>
                <a:cubicBezTo>
                  <a:pt x="14" y="12"/>
                  <a:pt x="14" y="12"/>
                  <a:pt x="14" y="12"/>
                </a:cubicBezTo>
                <a:cubicBezTo>
                  <a:pt x="24" y="12"/>
                  <a:pt x="24" y="12"/>
                  <a:pt x="24" y="12"/>
                </a:cubicBezTo>
                <a:cubicBezTo>
                  <a:pt x="24" y="12"/>
                  <a:pt x="24" y="12"/>
                  <a:pt x="24" y="12"/>
                </a:cubicBezTo>
                <a:cubicBezTo>
                  <a:pt x="15" y="33"/>
                  <a:pt x="15" y="33"/>
                  <a:pt x="15" y="33"/>
                </a:cubicBezTo>
                <a:cubicBezTo>
                  <a:pt x="20" y="33"/>
                  <a:pt x="20" y="33"/>
                  <a:pt x="20" y="33"/>
                </a:cubicBezTo>
                <a:cubicBezTo>
                  <a:pt x="29" y="12"/>
                  <a:pt x="29" y="12"/>
                  <a:pt x="29" y="12"/>
                </a:cubicBezTo>
                <a:lnTo>
                  <a:pt x="29" y="9"/>
                </a:lnTo>
                <a:close/>
              </a:path>
            </a:pathLst>
          </a:custGeom>
          <a:solidFill>
            <a:srgbClr val="F083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32" name="Oval 85">
            <a:extLst>
              <a:ext uri="{FF2B5EF4-FFF2-40B4-BE49-F238E27FC236}">
                <a16:creationId xmlns:a16="http://schemas.microsoft.com/office/drawing/2014/main" id="{02A15D79-BE99-F354-C2C2-0E0F6B40D938}"/>
              </a:ext>
            </a:extLst>
          </p:cNvPr>
          <p:cNvSpPr>
            <a:spLocks noChangeArrowheads="1"/>
          </p:cNvSpPr>
          <p:nvPr/>
        </p:nvSpPr>
        <p:spPr bwMode="auto">
          <a:xfrm>
            <a:off x="2717801" y="5123880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33" name="Freeform 86">
            <a:extLst>
              <a:ext uri="{FF2B5EF4-FFF2-40B4-BE49-F238E27FC236}">
                <a16:creationId xmlns:a16="http://schemas.microsoft.com/office/drawing/2014/main" id="{8C36AB93-4FAE-C113-834E-14F89A004FF6}"/>
              </a:ext>
            </a:extLst>
          </p:cNvPr>
          <p:cNvSpPr>
            <a:spLocks noEditPoints="1"/>
          </p:cNvSpPr>
          <p:nvPr/>
        </p:nvSpPr>
        <p:spPr bwMode="auto">
          <a:xfrm>
            <a:off x="2725738" y="5131818"/>
            <a:ext cx="153988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9 w 41"/>
              <a:gd name="T11" fmla="*/ 26 h 41"/>
              <a:gd name="T12" fmla="*/ 25 w 41"/>
              <a:gd name="T13" fmla="*/ 20 h 41"/>
              <a:gd name="T14" fmla="*/ 25 w 41"/>
              <a:gd name="T15" fmla="*/ 20 h 41"/>
              <a:gd name="T16" fmla="*/ 28 w 41"/>
              <a:gd name="T17" fmla="*/ 14 h 41"/>
              <a:gd name="T18" fmla="*/ 22 w 41"/>
              <a:gd name="T19" fmla="*/ 8 h 41"/>
              <a:gd name="T20" fmla="*/ 14 w 41"/>
              <a:gd name="T21" fmla="*/ 15 h 41"/>
              <a:gd name="T22" fmla="*/ 18 w 41"/>
              <a:gd name="T23" fmla="*/ 20 h 41"/>
              <a:gd name="T24" fmla="*/ 18 w 41"/>
              <a:gd name="T25" fmla="*/ 20 h 41"/>
              <a:gd name="T26" fmla="*/ 13 w 41"/>
              <a:gd name="T27" fmla="*/ 26 h 41"/>
              <a:gd name="T28" fmla="*/ 21 w 41"/>
              <a:gd name="T29" fmla="*/ 33 h 41"/>
              <a:gd name="T30" fmla="*/ 29 w 41"/>
              <a:gd name="T31" fmla="*/ 26 h 41"/>
              <a:gd name="T32" fmla="*/ 25 w 41"/>
              <a:gd name="T33" fmla="*/ 26 h 41"/>
              <a:gd name="T34" fmla="*/ 21 w 41"/>
              <a:gd name="T35" fmla="*/ 30 h 41"/>
              <a:gd name="T36" fmla="*/ 18 w 41"/>
              <a:gd name="T37" fmla="*/ 26 h 41"/>
              <a:gd name="T38" fmla="*/ 21 w 41"/>
              <a:gd name="T39" fmla="*/ 22 h 41"/>
              <a:gd name="T40" fmla="*/ 25 w 41"/>
              <a:gd name="T41" fmla="*/ 26 h 41"/>
              <a:gd name="T42" fmla="*/ 18 w 41"/>
              <a:gd name="T43" fmla="*/ 15 h 41"/>
              <a:gd name="T44" fmla="*/ 21 w 41"/>
              <a:gd name="T45" fmla="*/ 11 h 41"/>
              <a:gd name="T46" fmla="*/ 25 w 41"/>
              <a:gd name="T47" fmla="*/ 15 h 41"/>
              <a:gd name="T48" fmla="*/ 22 w 41"/>
              <a:gd name="T49" fmla="*/ 18 h 41"/>
              <a:gd name="T50" fmla="*/ 18 w 41"/>
              <a:gd name="T51" fmla="*/ 15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26"/>
                </a:moveTo>
                <a:cubicBezTo>
                  <a:pt x="29" y="23"/>
                  <a:pt x="28" y="21"/>
                  <a:pt x="25" y="20"/>
                </a:cubicBezTo>
                <a:cubicBezTo>
                  <a:pt x="25" y="20"/>
                  <a:pt x="25" y="20"/>
                  <a:pt x="25" y="20"/>
                </a:cubicBezTo>
                <a:cubicBezTo>
                  <a:pt x="28" y="18"/>
                  <a:pt x="28" y="16"/>
                  <a:pt x="28" y="14"/>
                </a:cubicBezTo>
                <a:cubicBezTo>
                  <a:pt x="28" y="11"/>
                  <a:pt x="26" y="8"/>
                  <a:pt x="22" y="8"/>
                </a:cubicBezTo>
                <a:cubicBezTo>
                  <a:pt x="17" y="8"/>
                  <a:pt x="14" y="11"/>
                  <a:pt x="14" y="15"/>
                </a:cubicBezTo>
                <a:cubicBezTo>
                  <a:pt x="14" y="17"/>
                  <a:pt x="15" y="19"/>
                  <a:pt x="18" y="20"/>
                </a:cubicBezTo>
                <a:cubicBezTo>
                  <a:pt x="18" y="20"/>
                  <a:pt x="18" y="20"/>
                  <a:pt x="18" y="20"/>
                </a:cubicBezTo>
                <a:cubicBezTo>
                  <a:pt x="15" y="21"/>
                  <a:pt x="13" y="24"/>
                  <a:pt x="13" y="26"/>
                </a:cubicBezTo>
                <a:cubicBezTo>
                  <a:pt x="13" y="30"/>
                  <a:pt x="16" y="33"/>
                  <a:pt x="21" y="33"/>
                </a:cubicBezTo>
                <a:cubicBezTo>
                  <a:pt x="26" y="33"/>
                  <a:pt x="29" y="30"/>
                  <a:pt x="29" y="26"/>
                </a:cubicBezTo>
                <a:close/>
                <a:moveTo>
                  <a:pt x="25" y="26"/>
                </a:moveTo>
                <a:cubicBezTo>
                  <a:pt x="25" y="28"/>
                  <a:pt x="24" y="30"/>
                  <a:pt x="21" y="30"/>
                </a:cubicBezTo>
                <a:cubicBezTo>
                  <a:pt x="19" y="30"/>
                  <a:pt x="18" y="28"/>
                  <a:pt x="18" y="26"/>
                </a:cubicBezTo>
                <a:cubicBezTo>
                  <a:pt x="18" y="24"/>
                  <a:pt x="19" y="22"/>
                  <a:pt x="21" y="22"/>
                </a:cubicBezTo>
                <a:cubicBezTo>
                  <a:pt x="23" y="23"/>
                  <a:pt x="25" y="24"/>
                  <a:pt x="25" y="26"/>
                </a:cubicBezTo>
                <a:close/>
                <a:moveTo>
                  <a:pt x="18" y="15"/>
                </a:moveTo>
                <a:cubicBezTo>
                  <a:pt x="18" y="13"/>
                  <a:pt x="19" y="11"/>
                  <a:pt x="21" y="11"/>
                </a:cubicBezTo>
                <a:cubicBezTo>
                  <a:pt x="24" y="11"/>
                  <a:pt x="25" y="13"/>
                  <a:pt x="25" y="15"/>
                </a:cubicBezTo>
                <a:cubicBezTo>
                  <a:pt x="25" y="17"/>
                  <a:pt x="23" y="18"/>
                  <a:pt x="22" y="18"/>
                </a:cubicBezTo>
                <a:cubicBezTo>
                  <a:pt x="20" y="18"/>
                  <a:pt x="18" y="17"/>
                  <a:pt x="18" y="15"/>
                </a:cubicBezTo>
                <a:close/>
              </a:path>
            </a:pathLst>
          </a:custGeom>
          <a:solidFill>
            <a:srgbClr val="F083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34" name="Oval 87">
            <a:extLst>
              <a:ext uri="{FF2B5EF4-FFF2-40B4-BE49-F238E27FC236}">
                <a16:creationId xmlns:a16="http://schemas.microsoft.com/office/drawing/2014/main" id="{3C54FF1D-9A92-83BB-3CC3-9AC5A7215F95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60726" y="5123880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35" name="Freeform 88">
            <a:extLst>
              <a:ext uri="{FF2B5EF4-FFF2-40B4-BE49-F238E27FC236}">
                <a16:creationId xmlns:a16="http://schemas.microsoft.com/office/drawing/2014/main" id="{00C197EC-A95E-2EBE-5BD9-8B5E70D15F23}"/>
              </a:ext>
            </a:extLst>
          </p:cNvPr>
          <p:cNvSpPr>
            <a:spLocks noEditPoints="1"/>
          </p:cNvSpPr>
          <p:nvPr/>
        </p:nvSpPr>
        <p:spPr bwMode="auto">
          <a:xfrm>
            <a:off x="3268663" y="5131818"/>
            <a:ext cx="153988" cy="165100"/>
          </a:xfrm>
          <a:custGeom>
            <a:avLst/>
            <a:gdLst>
              <a:gd name="T0" fmla="*/ 41 w 41"/>
              <a:gd name="T1" fmla="*/ 21 h 41"/>
              <a:gd name="T2" fmla="*/ 20 w 41"/>
              <a:gd name="T3" fmla="*/ 41 h 41"/>
              <a:gd name="T4" fmla="*/ 0 w 41"/>
              <a:gd name="T5" fmla="*/ 21 h 41"/>
              <a:gd name="T6" fmla="*/ 20 w 41"/>
              <a:gd name="T7" fmla="*/ 0 h 41"/>
              <a:gd name="T8" fmla="*/ 41 w 41"/>
              <a:gd name="T9" fmla="*/ 21 h 41"/>
              <a:gd name="T10" fmla="*/ 16 w 41"/>
              <a:gd name="T11" fmla="*/ 9 h 41"/>
              <a:gd name="T12" fmla="*/ 13 w 41"/>
              <a:gd name="T13" fmla="*/ 9 h 41"/>
              <a:gd name="T14" fmla="*/ 7 w 41"/>
              <a:gd name="T15" fmla="*/ 12 h 41"/>
              <a:gd name="T16" fmla="*/ 8 w 41"/>
              <a:gd name="T17" fmla="*/ 15 h 41"/>
              <a:gd name="T18" fmla="*/ 12 w 41"/>
              <a:gd name="T19" fmla="*/ 13 h 41"/>
              <a:gd name="T20" fmla="*/ 12 w 41"/>
              <a:gd name="T21" fmla="*/ 13 h 41"/>
              <a:gd name="T22" fmla="*/ 12 w 41"/>
              <a:gd name="T23" fmla="*/ 32 h 41"/>
              <a:gd name="T24" fmla="*/ 16 w 41"/>
              <a:gd name="T25" fmla="*/ 32 h 41"/>
              <a:gd name="T26" fmla="*/ 16 w 41"/>
              <a:gd name="T27" fmla="*/ 9 h 41"/>
              <a:gd name="T28" fmla="*/ 35 w 41"/>
              <a:gd name="T29" fmla="*/ 21 h 41"/>
              <a:gd name="T30" fmla="*/ 27 w 41"/>
              <a:gd name="T31" fmla="*/ 9 h 41"/>
              <a:gd name="T32" fmla="*/ 19 w 41"/>
              <a:gd name="T33" fmla="*/ 21 h 41"/>
              <a:gd name="T34" fmla="*/ 27 w 41"/>
              <a:gd name="T35" fmla="*/ 33 h 41"/>
              <a:gd name="T36" fmla="*/ 35 w 41"/>
              <a:gd name="T37" fmla="*/ 21 h 41"/>
              <a:gd name="T38" fmla="*/ 31 w 41"/>
              <a:gd name="T39" fmla="*/ 21 h 41"/>
              <a:gd name="T40" fmla="*/ 27 w 41"/>
              <a:gd name="T41" fmla="*/ 29 h 41"/>
              <a:gd name="T42" fmla="*/ 23 w 41"/>
              <a:gd name="T43" fmla="*/ 21 h 41"/>
              <a:gd name="T44" fmla="*/ 27 w 41"/>
              <a:gd name="T45" fmla="*/ 12 h 41"/>
              <a:gd name="T46" fmla="*/ 31 w 41"/>
              <a:gd name="T47" fmla="*/ 21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0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0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16" y="9"/>
                </a:moveTo>
                <a:cubicBezTo>
                  <a:pt x="13" y="9"/>
                  <a:pt x="13" y="9"/>
                  <a:pt x="13" y="9"/>
                </a:cubicBezTo>
                <a:cubicBezTo>
                  <a:pt x="7" y="12"/>
                  <a:pt x="7" y="12"/>
                  <a:pt x="7" y="12"/>
                </a:cubicBezTo>
                <a:cubicBezTo>
                  <a:pt x="8" y="15"/>
                  <a:pt x="8" y="15"/>
                  <a:pt x="8" y="15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32"/>
                  <a:pt x="12" y="32"/>
                  <a:pt x="12" y="32"/>
                </a:cubicBezTo>
                <a:cubicBezTo>
                  <a:pt x="16" y="32"/>
                  <a:pt x="16" y="32"/>
                  <a:pt x="16" y="32"/>
                </a:cubicBezTo>
                <a:lnTo>
                  <a:pt x="16" y="9"/>
                </a:lnTo>
                <a:close/>
                <a:moveTo>
                  <a:pt x="35" y="21"/>
                </a:moveTo>
                <a:cubicBezTo>
                  <a:pt x="35" y="14"/>
                  <a:pt x="32" y="9"/>
                  <a:pt x="27" y="9"/>
                </a:cubicBezTo>
                <a:cubicBezTo>
                  <a:pt x="22" y="9"/>
                  <a:pt x="19" y="14"/>
                  <a:pt x="19" y="21"/>
                </a:cubicBezTo>
                <a:cubicBezTo>
                  <a:pt x="20" y="28"/>
                  <a:pt x="22" y="33"/>
                  <a:pt x="27" y="33"/>
                </a:cubicBezTo>
                <a:cubicBezTo>
                  <a:pt x="32" y="33"/>
                  <a:pt x="35" y="28"/>
                  <a:pt x="35" y="21"/>
                </a:cubicBezTo>
                <a:close/>
                <a:moveTo>
                  <a:pt x="31" y="21"/>
                </a:moveTo>
                <a:cubicBezTo>
                  <a:pt x="31" y="26"/>
                  <a:pt x="29" y="29"/>
                  <a:pt x="27" y="29"/>
                </a:cubicBezTo>
                <a:cubicBezTo>
                  <a:pt x="25" y="29"/>
                  <a:pt x="23" y="26"/>
                  <a:pt x="23" y="21"/>
                </a:cubicBezTo>
                <a:cubicBezTo>
                  <a:pt x="23" y="15"/>
                  <a:pt x="25" y="12"/>
                  <a:pt x="27" y="12"/>
                </a:cubicBezTo>
                <a:cubicBezTo>
                  <a:pt x="29" y="12"/>
                  <a:pt x="31" y="15"/>
                  <a:pt x="31" y="21"/>
                </a:cubicBezTo>
                <a:close/>
              </a:path>
            </a:pathLst>
          </a:custGeom>
          <a:solidFill>
            <a:srgbClr val="F083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36" name="Oval 89">
            <a:extLst>
              <a:ext uri="{FF2B5EF4-FFF2-40B4-BE49-F238E27FC236}">
                <a16:creationId xmlns:a16="http://schemas.microsoft.com/office/drawing/2014/main" id="{8A02FA9F-D56C-0A69-6E52-354E534F63F3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21076" y="5123880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37" name="Freeform 90">
            <a:extLst>
              <a:ext uri="{FF2B5EF4-FFF2-40B4-BE49-F238E27FC236}">
                <a16:creationId xmlns:a16="http://schemas.microsoft.com/office/drawing/2014/main" id="{3BA07A55-D851-2ADE-59D9-6E03A0CE2A05}"/>
              </a:ext>
            </a:extLst>
          </p:cNvPr>
          <p:cNvSpPr>
            <a:spLocks noEditPoints="1"/>
          </p:cNvSpPr>
          <p:nvPr/>
        </p:nvSpPr>
        <p:spPr bwMode="auto">
          <a:xfrm>
            <a:off x="3529013" y="5131818"/>
            <a:ext cx="153988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16 w 41"/>
              <a:gd name="T11" fmla="*/ 9 h 41"/>
              <a:gd name="T12" fmla="*/ 13 w 41"/>
              <a:gd name="T13" fmla="*/ 9 h 41"/>
              <a:gd name="T14" fmla="*/ 8 w 41"/>
              <a:gd name="T15" fmla="*/ 12 h 41"/>
              <a:gd name="T16" fmla="*/ 8 w 41"/>
              <a:gd name="T17" fmla="*/ 15 h 41"/>
              <a:gd name="T18" fmla="*/ 12 w 41"/>
              <a:gd name="T19" fmla="*/ 13 h 41"/>
              <a:gd name="T20" fmla="*/ 12 w 41"/>
              <a:gd name="T21" fmla="*/ 13 h 41"/>
              <a:gd name="T22" fmla="*/ 12 w 41"/>
              <a:gd name="T23" fmla="*/ 32 h 41"/>
              <a:gd name="T24" fmla="*/ 16 w 41"/>
              <a:gd name="T25" fmla="*/ 32 h 41"/>
              <a:gd name="T26" fmla="*/ 16 w 41"/>
              <a:gd name="T27" fmla="*/ 9 h 41"/>
              <a:gd name="T28" fmla="*/ 30 w 41"/>
              <a:gd name="T29" fmla="*/ 9 h 41"/>
              <a:gd name="T30" fmla="*/ 27 w 41"/>
              <a:gd name="T31" fmla="*/ 9 h 41"/>
              <a:gd name="T32" fmla="*/ 22 w 41"/>
              <a:gd name="T33" fmla="*/ 12 h 41"/>
              <a:gd name="T34" fmla="*/ 22 w 41"/>
              <a:gd name="T35" fmla="*/ 15 h 41"/>
              <a:gd name="T36" fmla="*/ 26 w 41"/>
              <a:gd name="T37" fmla="*/ 13 h 41"/>
              <a:gd name="T38" fmla="*/ 26 w 41"/>
              <a:gd name="T39" fmla="*/ 13 h 41"/>
              <a:gd name="T40" fmla="*/ 26 w 41"/>
              <a:gd name="T41" fmla="*/ 32 h 41"/>
              <a:gd name="T42" fmla="*/ 30 w 41"/>
              <a:gd name="T43" fmla="*/ 32 h 41"/>
              <a:gd name="T44" fmla="*/ 30 w 41"/>
              <a:gd name="T45" fmla="*/ 9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16" y="9"/>
                </a:moveTo>
                <a:cubicBezTo>
                  <a:pt x="13" y="9"/>
                  <a:pt x="13" y="9"/>
                  <a:pt x="13" y="9"/>
                </a:cubicBezTo>
                <a:cubicBezTo>
                  <a:pt x="8" y="12"/>
                  <a:pt x="8" y="12"/>
                  <a:pt x="8" y="12"/>
                </a:cubicBezTo>
                <a:cubicBezTo>
                  <a:pt x="8" y="15"/>
                  <a:pt x="8" y="15"/>
                  <a:pt x="8" y="15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32"/>
                  <a:pt x="12" y="32"/>
                  <a:pt x="12" y="32"/>
                </a:cubicBezTo>
                <a:cubicBezTo>
                  <a:pt x="16" y="32"/>
                  <a:pt x="16" y="32"/>
                  <a:pt x="16" y="32"/>
                </a:cubicBezTo>
                <a:lnTo>
                  <a:pt x="16" y="9"/>
                </a:lnTo>
                <a:close/>
                <a:moveTo>
                  <a:pt x="30" y="9"/>
                </a:moveTo>
                <a:cubicBezTo>
                  <a:pt x="27" y="9"/>
                  <a:pt x="27" y="9"/>
                  <a:pt x="27" y="9"/>
                </a:cubicBezTo>
                <a:cubicBezTo>
                  <a:pt x="22" y="12"/>
                  <a:pt x="22" y="12"/>
                  <a:pt x="22" y="12"/>
                </a:cubicBezTo>
                <a:cubicBezTo>
                  <a:pt x="22" y="15"/>
                  <a:pt x="22" y="15"/>
                  <a:pt x="22" y="15"/>
                </a:cubicBezTo>
                <a:cubicBezTo>
                  <a:pt x="26" y="13"/>
                  <a:pt x="26" y="13"/>
                  <a:pt x="26" y="13"/>
                </a:cubicBezTo>
                <a:cubicBezTo>
                  <a:pt x="26" y="13"/>
                  <a:pt x="26" y="13"/>
                  <a:pt x="26" y="13"/>
                </a:cubicBezTo>
                <a:cubicBezTo>
                  <a:pt x="26" y="32"/>
                  <a:pt x="26" y="32"/>
                  <a:pt x="26" y="32"/>
                </a:cubicBezTo>
                <a:cubicBezTo>
                  <a:pt x="30" y="32"/>
                  <a:pt x="30" y="32"/>
                  <a:pt x="30" y="32"/>
                </a:cubicBezTo>
                <a:lnTo>
                  <a:pt x="30" y="9"/>
                </a:lnTo>
                <a:close/>
              </a:path>
            </a:pathLst>
          </a:custGeom>
          <a:solidFill>
            <a:srgbClr val="F083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38" name="Oval 91">
            <a:extLst>
              <a:ext uri="{FF2B5EF4-FFF2-40B4-BE49-F238E27FC236}">
                <a16:creationId xmlns:a16="http://schemas.microsoft.com/office/drawing/2014/main" id="{423FA495-FDFB-510C-1DF3-3F9369FA692C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16351" y="5123880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39" name="Freeform 92">
            <a:extLst>
              <a:ext uri="{FF2B5EF4-FFF2-40B4-BE49-F238E27FC236}">
                <a16:creationId xmlns:a16="http://schemas.microsoft.com/office/drawing/2014/main" id="{417136AB-6720-6B8D-82F6-C8BFE56D1318}"/>
              </a:ext>
            </a:extLst>
          </p:cNvPr>
          <p:cNvSpPr>
            <a:spLocks noEditPoints="1"/>
          </p:cNvSpPr>
          <p:nvPr/>
        </p:nvSpPr>
        <p:spPr bwMode="auto">
          <a:xfrm>
            <a:off x="3822701" y="5131818"/>
            <a:ext cx="155575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16 w 41"/>
              <a:gd name="T11" fmla="*/ 9 h 41"/>
              <a:gd name="T12" fmla="*/ 13 w 41"/>
              <a:gd name="T13" fmla="*/ 9 h 41"/>
              <a:gd name="T14" fmla="*/ 8 w 41"/>
              <a:gd name="T15" fmla="*/ 12 h 41"/>
              <a:gd name="T16" fmla="*/ 9 w 41"/>
              <a:gd name="T17" fmla="*/ 15 h 41"/>
              <a:gd name="T18" fmla="*/ 12 w 41"/>
              <a:gd name="T19" fmla="*/ 13 h 41"/>
              <a:gd name="T20" fmla="*/ 12 w 41"/>
              <a:gd name="T21" fmla="*/ 13 h 41"/>
              <a:gd name="T22" fmla="*/ 12 w 41"/>
              <a:gd name="T23" fmla="*/ 32 h 41"/>
              <a:gd name="T24" fmla="*/ 16 w 41"/>
              <a:gd name="T25" fmla="*/ 32 h 41"/>
              <a:gd name="T26" fmla="*/ 16 w 41"/>
              <a:gd name="T27" fmla="*/ 9 h 41"/>
              <a:gd name="T28" fmla="*/ 34 w 41"/>
              <a:gd name="T29" fmla="*/ 29 h 41"/>
              <a:gd name="T30" fmla="*/ 26 w 41"/>
              <a:gd name="T31" fmla="*/ 29 h 41"/>
              <a:gd name="T32" fmla="*/ 26 w 41"/>
              <a:gd name="T33" fmla="*/ 29 h 41"/>
              <a:gd name="T34" fmla="*/ 28 w 41"/>
              <a:gd name="T35" fmla="*/ 27 h 41"/>
              <a:gd name="T36" fmla="*/ 34 w 41"/>
              <a:gd name="T37" fmla="*/ 16 h 41"/>
              <a:gd name="T38" fmla="*/ 27 w 41"/>
              <a:gd name="T39" fmla="*/ 9 h 41"/>
              <a:gd name="T40" fmla="*/ 21 w 41"/>
              <a:gd name="T41" fmla="*/ 11 h 41"/>
              <a:gd name="T42" fmla="*/ 22 w 41"/>
              <a:gd name="T43" fmla="*/ 14 h 41"/>
              <a:gd name="T44" fmla="*/ 26 w 41"/>
              <a:gd name="T45" fmla="*/ 12 h 41"/>
              <a:gd name="T46" fmla="*/ 30 w 41"/>
              <a:gd name="T47" fmla="*/ 16 h 41"/>
              <a:gd name="T48" fmla="*/ 23 w 41"/>
              <a:gd name="T49" fmla="*/ 27 h 41"/>
              <a:gd name="T50" fmla="*/ 20 w 41"/>
              <a:gd name="T51" fmla="*/ 30 h 41"/>
              <a:gd name="T52" fmla="*/ 20 w 41"/>
              <a:gd name="T53" fmla="*/ 32 h 41"/>
              <a:gd name="T54" fmla="*/ 34 w 41"/>
              <a:gd name="T55" fmla="*/ 32 h 41"/>
              <a:gd name="T56" fmla="*/ 34 w 41"/>
              <a:gd name="T57" fmla="*/ 29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16" y="9"/>
                </a:moveTo>
                <a:cubicBezTo>
                  <a:pt x="13" y="9"/>
                  <a:pt x="13" y="9"/>
                  <a:pt x="13" y="9"/>
                </a:cubicBezTo>
                <a:cubicBezTo>
                  <a:pt x="8" y="12"/>
                  <a:pt x="8" y="12"/>
                  <a:pt x="8" y="12"/>
                </a:cubicBezTo>
                <a:cubicBezTo>
                  <a:pt x="9" y="15"/>
                  <a:pt x="9" y="15"/>
                  <a:pt x="9" y="15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32"/>
                  <a:pt x="12" y="32"/>
                  <a:pt x="12" y="32"/>
                </a:cubicBezTo>
                <a:cubicBezTo>
                  <a:pt x="16" y="32"/>
                  <a:pt x="16" y="32"/>
                  <a:pt x="16" y="32"/>
                </a:cubicBezTo>
                <a:lnTo>
                  <a:pt x="16" y="9"/>
                </a:lnTo>
                <a:close/>
                <a:moveTo>
                  <a:pt x="34" y="29"/>
                </a:moveTo>
                <a:cubicBezTo>
                  <a:pt x="26" y="29"/>
                  <a:pt x="26" y="29"/>
                  <a:pt x="26" y="29"/>
                </a:cubicBezTo>
                <a:cubicBezTo>
                  <a:pt x="26" y="29"/>
                  <a:pt x="26" y="29"/>
                  <a:pt x="26" y="29"/>
                </a:cubicBezTo>
                <a:cubicBezTo>
                  <a:pt x="28" y="27"/>
                  <a:pt x="28" y="27"/>
                  <a:pt x="28" y="27"/>
                </a:cubicBezTo>
                <a:cubicBezTo>
                  <a:pt x="31" y="23"/>
                  <a:pt x="34" y="20"/>
                  <a:pt x="34" y="16"/>
                </a:cubicBezTo>
                <a:cubicBezTo>
                  <a:pt x="34" y="12"/>
                  <a:pt x="32" y="9"/>
                  <a:pt x="27" y="9"/>
                </a:cubicBezTo>
                <a:cubicBezTo>
                  <a:pt x="24" y="9"/>
                  <a:pt x="22" y="10"/>
                  <a:pt x="21" y="11"/>
                </a:cubicBezTo>
                <a:cubicBezTo>
                  <a:pt x="22" y="14"/>
                  <a:pt x="22" y="14"/>
                  <a:pt x="22" y="14"/>
                </a:cubicBezTo>
                <a:cubicBezTo>
                  <a:pt x="23" y="13"/>
                  <a:pt x="24" y="12"/>
                  <a:pt x="26" y="12"/>
                </a:cubicBezTo>
                <a:cubicBezTo>
                  <a:pt x="29" y="12"/>
                  <a:pt x="30" y="14"/>
                  <a:pt x="30" y="16"/>
                </a:cubicBezTo>
                <a:cubicBezTo>
                  <a:pt x="30" y="19"/>
                  <a:pt x="28" y="22"/>
                  <a:pt x="23" y="27"/>
                </a:cubicBezTo>
                <a:cubicBezTo>
                  <a:pt x="20" y="30"/>
                  <a:pt x="20" y="30"/>
                  <a:pt x="20" y="30"/>
                </a:cubicBezTo>
                <a:cubicBezTo>
                  <a:pt x="20" y="32"/>
                  <a:pt x="20" y="32"/>
                  <a:pt x="20" y="32"/>
                </a:cubicBezTo>
                <a:cubicBezTo>
                  <a:pt x="34" y="32"/>
                  <a:pt x="34" y="32"/>
                  <a:pt x="34" y="32"/>
                </a:cubicBezTo>
                <a:lnTo>
                  <a:pt x="34" y="29"/>
                </a:lnTo>
                <a:close/>
              </a:path>
            </a:pathLst>
          </a:custGeom>
          <a:solidFill>
            <a:srgbClr val="F083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40" name="Oval 93">
            <a:extLst>
              <a:ext uri="{FF2B5EF4-FFF2-40B4-BE49-F238E27FC236}">
                <a16:creationId xmlns:a16="http://schemas.microsoft.com/office/drawing/2014/main" id="{7BCFF8BF-5B0B-6E1F-5513-540E3768D4A3}"/>
              </a:ext>
            </a:extLst>
          </p:cNvPr>
          <p:cNvSpPr>
            <a:spLocks noChangeArrowheads="1"/>
          </p:cNvSpPr>
          <p:nvPr/>
        </p:nvSpPr>
        <p:spPr bwMode="auto">
          <a:xfrm>
            <a:off x="4087813" y="5123880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41" name="Freeform 94">
            <a:extLst>
              <a:ext uri="{FF2B5EF4-FFF2-40B4-BE49-F238E27FC236}">
                <a16:creationId xmlns:a16="http://schemas.microsoft.com/office/drawing/2014/main" id="{8AD3459C-751B-D19A-6F82-33F5F894949C}"/>
              </a:ext>
            </a:extLst>
          </p:cNvPr>
          <p:cNvSpPr>
            <a:spLocks noEditPoints="1"/>
          </p:cNvSpPr>
          <p:nvPr/>
        </p:nvSpPr>
        <p:spPr bwMode="auto">
          <a:xfrm>
            <a:off x="4095751" y="5131818"/>
            <a:ext cx="153988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16 w 41"/>
              <a:gd name="T11" fmla="*/ 9 h 41"/>
              <a:gd name="T12" fmla="*/ 13 w 41"/>
              <a:gd name="T13" fmla="*/ 9 h 41"/>
              <a:gd name="T14" fmla="*/ 8 w 41"/>
              <a:gd name="T15" fmla="*/ 12 h 41"/>
              <a:gd name="T16" fmla="*/ 8 w 41"/>
              <a:gd name="T17" fmla="*/ 15 h 41"/>
              <a:gd name="T18" fmla="*/ 12 w 41"/>
              <a:gd name="T19" fmla="*/ 13 h 41"/>
              <a:gd name="T20" fmla="*/ 12 w 41"/>
              <a:gd name="T21" fmla="*/ 13 h 41"/>
              <a:gd name="T22" fmla="*/ 12 w 41"/>
              <a:gd name="T23" fmla="*/ 32 h 41"/>
              <a:gd name="T24" fmla="*/ 16 w 41"/>
              <a:gd name="T25" fmla="*/ 32 h 41"/>
              <a:gd name="T26" fmla="*/ 16 w 41"/>
              <a:gd name="T27" fmla="*/ 9 h 41"/>
              <a:gd name="T28" fmla="*/ 34 w 41"/>
              <a:gd name="T29" fmla="*/ 26 h 41"/>
              <a:gd name="T30" fmla="*/ 29 w 41"/>
              <a:gd name="T31" fmla="*/ 20 h 41"/>
              <a:gd name="T32" fmla="*/ 29 w 41"/>
              <a:gd name="T33" fmla="*/ 20 h 41"/>
              <a:gd name="T34" fmla="*/ 33 w 41"/>
              <a:gd name="T35" fmla="*/ 15 h 41"/>
              <a:gd name="T36" fmla="*/ 27 w 41"/>
              <a:gd name="T37" fmla="*/ 9 h 41"/>
              <a:gd name="T38" fmla="*/ 21 w 41"/>
              <a:gd name="T39" fmla="*/ 11 h 41"/>
              <a:gd name="T40" fmla="*/ 22 w 41"/>
              <a:gd name="T41" fmla="*/ 14 h 41"/>
              <a:gd name="T42" fmla="*/ 26 w 41"/>
              <a:gd name="T43" fmla="*/ 12 h 41"/>
              <a:gd name="T44" fmla="*/ 29 w 41"/>
              <a:gd name="T45" fmla="*/ 15 h 41"/>
              <a:gd name="T46" fmla="*/ 25 w 41"/>
              <a:gd name="T47" fmla="*/ 18 h 41"/>
              <a:gd name="T48" fmla="*/ 23 w 41"/>
              <a:gd name="T49" fmla="*/ 18 h 41"/>
              <a:gd name="T50" fmla="*/ 23 w 41"/>
              <a:gd name="T51" fmla="*/ 22 h 41"/>
              <a:gd name="T52" fmla="*/ 25 w 41"/>
              <a:gd name="T53" fmla="*/ 22 h 41"/>
              <a:gd name="T54" fmla="*/ 30 w 41"/>
              <a:gd name="T55" fmla="*/ 25 h 41"/>
              <a:gd name="T56" fmla="*/ 26 w 41"/>
              <a:gd name="T57" fmla="*/ 29 h 41"/>
              <a:gd name="T58" fmla="*/ 21 w 41"/>
              <a:gd name="T59" fmla="*/ 28 h 41"/>
              <a:gd name="T60" fmla="*/ 20 w 41"/>
              <a:gd name="T61" fmla="*/ 31 h 41"/>
              <a:gd name="T62" fmla="*/ 26 w 41"/>
              <a:gd name="T63" fmla="*/ 33 h 41"/>
              <a:gd name="T64" fmla="*/ 34 w 41"/>
              <a:gd name="T65" fmla="*/ 26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16" y="9"/>
                </a:moveTo>
                <a:cubicBezTo>
                  <a:pt x="13" y="9"/>
                  <a:pt x="13" y="9"/>
                  <a:pt x="13" y="9"/>
                </a:cubicBezTo>
                <a:cubicBezTo>
                  <a:pt x="8" y="12"/>
                  <a:pt x="8" y="12"/>
                  <a:pt x="8" y="12"/>
                </a:cubicBezTo>
                <a:cubicBezTo>
                  <a:pt x="8" y="15"/>
                  <a:pt x="8" y="15"/>
                  <a:pt x="8" y="15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32"/>
                  <a:pt x="12" y="32"/>
                  <a:pt x="12" y="32"/>
                </a:cubicBezTo>
                <a:cubicBezTo>
                  <a:pt x="16" y="32"/>
                  <a:pt x="16" y="32"/>
                  <a:pt x="16" y="32"/>
                </a:cubicBezTo>
                <a:lnTo>
                  <a:pt x="16" y="9"/>
                </a:lnTo>
                <a:close/>
                <a:moveTo>
                  <a:pt x="34" y="26"/>
                </a:moveTo>
                <a:cubicBezTo>
                  <a:pt x="34" y="23"/>
                  <a:pt x="32" y="20"/>
                  <a:pt x="29" y="20"/>
                </a:cubicBezTo>
                <a:cubicBezTo>
                  <a:pt x="29" y="20"/>
                  <a:pt x="29" y="20"/>
                  <a:pt x="29" y="20"/>
                </a:cubicBezTo>
                <a:cubicBezTo>
                  <a:pt x="32" y="19"/>
                  <a:pt x="33" y="17"/>
                  <a:pt x="33" y="15"/>
                </a:cubicBezTo>
                <a:cubicBezTo>
                  <a:pt x="33" y="12"/>
                  <a:pt x="31" y="9"/>
                  <a:pt x="27" y="9"/>
                </a:cubicBezTo>
                <a:cubicBezTo>
                  <a:pt x="24" y="9"/>
                  <a:pt x="22" y="10"/>
                  <a:pt x="21" y="11"/>
                </a:cubicBezTo>
                <a:cubicBezTo>
                  <a:pt x="22" y="14"/>
                  <a:pt x="22" y="14"/>
                  <a:pt x="22" y="14"/>
                </a:cubicBezTo>
                <a:cubicBezTo>
                  <a:pt x="23" y="13"/>
                  <a:pt x="24" y="12"/>
                  <a:pt x="26" y="12"/>
                </a:cubicBezTo>
                <a:cubicBezTo>
                  <a:pt x="28" y="12"/>
                  <a:pt x="29" y="14"/>
                  <a:pt x="29" y="15"/>
                </a:cubicBezTo>
                <a:cubicBezTo>
                  <a:pt x="29" y="18"/>
                  <a:pt x="27" y="18"/>
                  <a:pt x="25" y="18"/>
                </a:cubicBezTo>
                <a:cubicBezTo>
                  <a:pt x="23" y="18"/>
                  <a:pt x="23" y="18"/>
                  <a:pt x="23" y="18"/>
                </a:cubicBezTo>
                <a:cubicBezTo>
                  <a:pt x="23" y="22"/>
                  <a:pt x="23" y="22"/>
                  <a:pt x="23" y="22"/>
                </a:cubicBezTo>
                <a:cubicBezTo>
                  <a:pt x="25" y="22"/>
                  <a:pt x="25" y="22"/>
                  <a:pt x="25" y="22"/>
                </a:cubicBezTo>
                <a:cubicBezTo>
                  <a:pt x="28" y="22"/>
                  <a:pt x="30" y="23"/>
                  <a:pt x="30" y="25"/>
                </a:cubicBezTo>
                <a:cubicBezTo>
                  <a:pt x="30" y="27"/>
                  <a:pt x="29" y="29"/>
                  <a:pt x="26" y="29"/>
                </a:cubicBezTo>
                <a:cubicBezTo>
                  <a:pt x="24" y="29"/>
                  <a:pt x="22" y="28"/>
                  <a:pt x="21" y="28"/>
                </a:cubicBezTo>
                <a:cubicBezTo>
                  <a:pt x="20" y="31"/>
                  <a:pt x="20" y="31"/>
                  <a:pt x="20" y="31"/>
                </a:cubicBezTo>
                <a:cubicBezTo>
                  <a:pt x="21" y="32"/>
                  <a:pt x="23" y="33"/>
                  <a:pt x="26" y="33"/>
                </a:cubicBezTo>
                <a:cubicBezTo>
                  <a:pt x="31" y="33"/>
                  <a:pt x="34" y="30"/>
                  <a:pt x="34" y="26"/>
                </a:cubicBezTo>
                <a:close/>
              </a:path>
            </a:pathLst>
          </a:custGeom>
          <a:solidFill>
            <a:srgbClr val="F083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42" name="TextBox 141">
            <a:extLst>
              <a:ext uri="{FF2B5EF4-FFF2-40B4-BE49-F238E27FC236}">
                <a16:creationId xmlns:a16="http://schemas.microsoft.com/office/drawing/2014/main" id="{33C14A44-A8E1-D17D-20EC-35763715D27B}"/>
              </a:ext>
            </a:extLst>
          </p:cNvPr>
          <p:cNvSpPr txBox="1"/>
          <p:nvPr/>
        </p:nvSpPr>
        <p:spPr>
          <a:xfrm>
            <a:off x="846138" y="4807697"/>
            <a:ext cx="2238375" cy="1692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1100" b="1" dirty="0"/>
              <a:t>데이터교환시스템</a:t>
            </a:r>
          </a:p>
        </p:txBody>
      </p:sp>
      <p:sp>
        <p:nvSpPr>
          <p:cNvPr id="143" name="TextBox 142">
            <a:extLst>
              <a:ext uri="{FF2B5EF4-FFF2-40B4-BE49-F238E27FC236}">
                <a16:creationId xmlns:a16="http://schemas.microsoft.com/office/drawing/2014/main" id="{9C188013-6A55-8CBE-3473-88B3371D8173}"/>
              </a:ext>
            </a:extLst>
          </p:cNvPr>
          <p:cNvSpPr txBox="1"/>
          <p:nvPr/>
        </p:nvSpPr>
        <p:spPr>
          <a:xfrm>
            <a:off x="846138" y="3893215"/>
            <a:ext cx="2238375" cy="1692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1100" b="1" dirty="0"/>
              <a:t>마켓 </a:t>
            </a:r>
            <a:r>
              <a:rPr lang="ko-KR" altLang="en-US" sz="1100" b="1" dirty="0" err="1"/>
              <a:t>플레이스</a:t>
            </a:r>
            <a:endParaRPr lang="ko-KR" altLang="en-US" sz="1100" b="1" dirty="0"/>
          </a:p>
        </p:txBody>
      </p:sp>
      <p:pic>
        <p:nvPicPr>
          <p:cNvPr id="145" name="그림 144">
            <a:extLst>
              <a:ext uri="{FF2B5EF4-FFF2-40B4-BE49-F238E27FC236}">
                <a16:creationId xmlns:a16="http://schemas.microsoft.com/office/drawing/2014/main" id="{CA6D0931-E2A5-5C96-886F-BDAA2E8D4D7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058110" y="5139825"/>
            <a:ext cx="180622" cy="214489"/>
          </a:xfrm>
          <a:prstGeom prst="rect">
            <a:avLst/>
          </a:prstGeom>
        </p:spPr>
      </p:pic>
      <p:sp>
        <p:nvSpPr>
          <p:cNvPr id="149" name="AutoShape 96">
            <a:extLst>
              <a:ext uri="{FF2B5EF4-FFF2-40B4-BE49-F238E27FC236}">
                <a16:creationId xmlns:a16="http://schemas.microsoft.com/office/drawing/2014/main" id="{BD17E3A8-986C-90D5-FC09-276A11BF1C9B}"/>
              </a:ext>
            </a:extLst>
          </p:cNvPr>
          <p:cNvSpPr>
            <a:spLocks noChangeAspect="1" noChangeArrowheads="1" noTextEdit="1"/>
          </p:cNvSpPr>
          <p:nvPr/>
        </p:nvSpPr>
        <p:spPr bwMode="auto">
          <a:xfrm>
            <a:off x="857250" y="4284011"/>
            <a:ext cx="3714750" cy="180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50" name="Oval 98">
            <a:extLst>
              <a:ext uri="{FF2B5EF4-FFF2-40B4-BE49-F238E27FC236}">
                <a16:creationId xmlns:a16="http://schemas.microsoft.com/office/drawing/2014/main" id="{81971C87-C2E1-C152-89A6-0BD04378AC77}"/>
              </a:ext>
            </a:extLst>
          </p:cNvPr>
          <p:cNvSpPr>
            <a:spLocks noChangeArrowheads="1"/>
          </p:cNvSpPr>
          <p:nvPr/>
        </p:nvSpPr>
        <p:spPr bwMode="auto">
          <a:xfrm>
            <a:off x="2986088" y="4284011"/>
            <a:ext cx="173038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51" name="Freeform 99">
            <a:extLst>
              <a:ext uri="{FF2B5EF4-FFF2-40B4-BE49-F238E27FC236}">
                <a16:creationId xmlns:a16="http://schemas.microsoft.com/office/drawing/2014/main" id="{979B8315-37C4-0AB8-DEE4-34FBA0031B0B}"/>
              </a:ext>
            </a:extLst>
          </p:cNvPr>
          <p:cNvSpPr>
            <a:spLocks noEditPoints="1"/>
          </p:cNvSpPr>
          <p:nvPr/>
        </p:nvSpPr>
        <p:spPr bwMode="auto">
          <a:xfrm>
            <a:off x="2997200" y="4291949"/>
            <a:ext cx="155575" cy="165100"/>
          </a:xfrm>
          <a:custGeom>
            <a:avLst/>
            <a:gdLst>
              <a:gd name="T0" fmla="*/ 41 w 41"/>
              <a:gd name="T1" fmla="*/ 21 h 41"/>
              <a:gd name="T2" fmla="*/ 20 w 41"/>
              <a:gd name="T3" fmla="*/ 41 h 41"/>
              <a:gd name="T4" fmla="*/ 0 w 41"/>
              <a:gd name="T5" fmla="*/ 21 h 41"/>
              <a:gd name="T6" fmla="*/ 20 w 41"/>
              <a:gd name="T7" fmla="*/ 0 h 41"/>
              <a:gd name="T8" fmla="*/ 41 w 41"/>
              <a:gd name="T9" fmla="*/ 21 h 41"/>
              <a:gd name="T10" fmla="*/ 29 w 41"/>
              <a:gd name="T11" fmla="*/ 18 h 41"/>
              <a:gd name="T12" fmla="*/ 21 w 41"/>
              <a:gd name="T13" fmla="*/ 8 h 41"/>
              <a:gd name="T14" fmla="*/ 13 w 41"/>
              <a:gd name="T15" fmla="*/ 17 h 41"/>
              <a:gd name="T16" fmla="*/ 19 w 41"/>
              <a:gd name="T17" fmla="*/ 24 h 41"/>
              <a:gd name="T18" fmla="*/ 24 w 41"/>
              <a:gd name="T19" fmla="*/ 22 h 41"/>
              <a:gd name="T20" fmla="*/ 24 w 41"/>
              <a:gd name="T21" fmla="*/ 22 h 41"/>
              <a:gd name="T22" fmla="*/ 22 w 41"/>
              <a:gd name="T23" fmla="*/ 28 h 41"/>
              <a:gd name="T24" fmla="*/ 17 w 41"/>
              <a:gd name="T25" fmla="*/ 29 h 41"/>
              <a:gd name="T26" fmla="*/ 15 w 41"/>
              <a:gd name="T27" fmla="*/ 29 h 41"/>
              <a:gd name="T28" fmla="*/ 15 w 41"/>
              <a:gd name="T29" fmla="*/ 33 h 41"/>
              <a:gd name="T30" fmla="*/ 17 w 41"/>
              <a:gd name="T31" fmla="*/ 33 h 41"/>
              <a:gd name="T32" fmla="*/ 25 w 41"/>
              <a:gd name="T33" fmla="*/ 30 h 41"/>
              <a:gd name="T34" fmla="*/ 29 w 41"/>
              <a:gd name="T35" fmla="*/ 18 h 41"/>
              <a:gd name="T36" fmla="*/ 24 w 41"/>
              <a:gd name="T37" fmla="*/ 18 h 41"/>
              <a:gd name="T38" fmla="*/ 24 w 41"/>
              <a:gd name="T39" fmla="*/ 19 h 41"/>
              <a:gd name="T40" fmla="*/ 21 w 41"/>
              <a:gd name="T41" fmla="*/ 21 h 41"/>
              <a:gd name="T42" fmla="*/ 17 w 41"/>
              <a:gd name="T43" fmla="*/ 17 h 41"/>
              <a:gd name="T44" fmla="*/ 21 w 41"/>
              <a:gd name="T45" fmla="*/ 12 h 41"/>
              <a:gd name="T46" fmla="*/ 21 w 41"/>
              <a:gd name="T47" fmla="*/ 12 h 41"/>
              <a:gd name="T48" fmla="*/ 24 w 41"/>
              <a:gd name="T49" fmla="*/ 18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1" y="41"/>
                  <a:pt x="20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0" y="0"/>
                </a:cubicBezTo>
                <a:cubicBezTo>
                  <a:pt x="31" y="0"/>
                  <a:pt x="41" y="9"/>
                  <a:pt x="41" y="21"/>
                </a:cubicBezTo>
                <a:close/>
                <a:moveTo>
                  <a:pt x="29" y="18"/>
                </a:moveTo>
                <a:cubicBezTo>
                  <a:pt x="29" y="13"/>
                  <a:pt x="26" y="8"/>
                  <a:pt x="21" y="8"/>
                </a:cubicBezTo>
                <a:cubicBezTo>
                  <a:pt x="16" y="8"/>
                  <a:pt x="13" y="12"/>
                  <a:pt x="13" y="17"/>
                </a:cubicBezTo>
                <a:cubicBezTo>
                  <a:pt x="13" y="21"/>
                  <a:pt x="16" y="24"/>
                  <a:pt x="19" y="24"/>
                </a:cubicBezTo>
                <a:cubicBezTo>
                  <a:pt x="22" y="24"/>
                  <a:pt x="23" y="24"/>
                  <a:pt x="24" y="22"/>
                </a:cubicBezTo>
                <a:cubicBezTo>
                  <a:pt x="24" y="22"/>
                  <a:pt x="24" y="22"/>
                  <a:pt x="24" y="22"/>
                </a:cubicBezTo>
                <a:cubicBezTo>
                  <a:pt x="24" y="24"/>
                  <a:pt x="23" y="26"/>
                  <a:pt x="22" y="28"/>
                </a:cubicBezTo>
                <a:cubicBezTo>
                  <a:pt x="20" y="29"/>
                  <a:pt x="19" y="29"/>
                  <a:pt x="17" y="29"/>
                </a:cubicBezTo>
                <a:cubicBezTo>
                  <a:pt x="16" y="29"/>
                  <a:pt x="15" y="30"/>
                  <a:pt x="15" y="29"/>
                </a:cubicBezTo>
                <a:cubicBezTo>
                  <a:pt x="15" y="33"/>
                  <a:pt x="15" y="33"/>
                  <a:pt x="15" y="33"/>
                </a:cubicBezTo>
                <a:cubicBezTo>
                  <a:pt x="15" y="33"/>
                  <a:pt x="16" y="33"/>
                  <a:pt x="17" y="33"/>
                </a:cubicBezTo>
                <a:cubicBezTo>
                  <a:pt x="20" y="33"/>
                  <a:pt x="23" y="32"/>
                  <a:pt x="25" y="30"/>
                </a:cubicBezTo>
                <a:cubicBezTo>
                  <a:pt x="27" y="27"/>
                  <a:pt x="29" y="24"/>
                  <a:pt x="29" y="18"/>
                </a:cubicBezTo>
                <a:close/>
                <a:moveTo>
                  <a:pt x="24" y="18"/>
                </a:moveTo>
                <a:cubicBezTo>
                  <a:pt x="24" y="18"/>
                  <a:pt x="24" y="19"/>
                  <a:pt x="24" y="19"/>
                </a:cubicBezTo>
                <a:cubicBezTo>
                  <a:pt x="24" y="20"/>
                  <a:pt x="22" y="21"/>
                  <a:pt x="21" y="21"/>
                </a:cubicBezTo>
                <a:cubicBezTo>
                  <a:pt x="18" y="21"/>
                  <a:pt x="17" y="19"/>
                  <a:pt x="17" y="17"/>
                </a:cubicBezTo>
                <a:cubicBezTo>
                  <a:pt x="17" y="14"/>
                  <a:pt x="18" y="12"/>
                  <a:pt x="21" y="12"/>
                </a:cubicBezTo>
                <a:cubicBezTo>
                  <a:pt x="21" y="12"/>
                  <a:pt x="21" y="12"/>
                  <a:pt x="21" y="12"/>
                </a:cubicBezTo>
                <a:cubicBezTo>
                  <a:pt x="23" y="12"/>
                  <a:pt x="24" y="14"/>
                  <a:pt x="24" y="18"/>
                </a:cubicBezTo>
                <a:close/>
              </a:path>
            </a:pathLst>
          </a:custGeom>
          <a:solidFill>
            <a:srgbClr val="D7717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52" name="Oval 100">
            <a:extLst>
              <a:ext uri="{FF2B5EF4-FFF2-40B4-BE49-F238E27FC236}">
                <a16:creationId xmlns:a16="http://schemas.microsoft.com/office/drawing/2014/main" id="{8454219E-8E09-D269-8394-DE69F7EDFA11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02138" y="4284011"/>
            <a:ext cx="173038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53" name="Freeform 101">
            <a:extLst>
              <a:ext uri="{FF2B5EF4-FFF2-40B4-BE49-F238E27FC236}">
                <a16:creationId xmlns:a16="http://schemas.microsoft.com/office/drawing/2014/main" id="{9B421E39-673C-91F1-3DBF-5237BA9171F5}"/>
              </a:ext>
            </a:extLst>
          </p:cNvPr>
          <p:cNvSpPr>
            <a:spLocks noEditPoints="1"/>
          </p:cNvSpPr>
          <p:nvPr/>
        </p:nvSpPr>
        <p:spPr bwMode="auto">
          <a:xfrm>
            <a:off x="4413250" y="4291949"/>
            <a:ext cx="153988" cy="165100"/>
          </a:xfrm>
          <a:custGeom>
            <a:avLst/>
            <a:gdLst>
              <a:gd name="T0" fmla="*/ 41 w 41"/>
              <a:gd name="T1" fmla="*/ 21 h 41"/>
              <a:gd name="T2" fmla="*/ 20 w 41"/>
              <a:gd name="T3" fmla="*/ 41 h 41"/>
              <a:gd name="T4" fmla="*/ 0 w 41"/>
              <a:gd name="T5" fmla="*/ 21 h 41"/>
              <a:gd name="T6" fmla="*/ 20 w 41"/>
              <a:gd name="T7" fmla="*/ 0 h 41"/>
              <a:gd name="T8" fmla="*/ 41 w 41"/>
              <a:gd name="T9" fmla="*/ 21 h 41"/>
              <a:gd name="T10" fmla="*/ 16 w 41"/>
              <a:gd name="T11" fmla="*/ 9 h 41"/>
              <a:gd name="T12" fmla="*/ 12 w 41"/>
              <a:gd name="T13" fmla="*/ 9 h 41"/>
              <a:gd name="T14" fmla="*/ 7 w 41"/>
              <a:gd name="T15" fmla="*/ 12 h 41"/>
              <a:gd name="T16" fmla="*/ 8 w 41"/>
              <a:gd name="T17" fmla="*/ 15 h 41"/>
              <a:gd name="T18" fmla="*/ 12 w 41"/>
              <a:gd name="T19" fmla="*/ 13 h 41"/>
              <a:gd name="T20" fmla="*/ 12 w 41"/>
              <a:gd name="T21" fmla="*/ 13 h 41"/>
              <a:gd name="T22" fmla="*/ 12 w 41"/>
              <a:gd name="T23" fmla="*/ 32 h 41"/>
              <a:gd name="T24" fmla="*/ 16 w 41"/>
              <a:gd name="T25" fmla="*/ 32 h 41"/>
              <a:gd name="T26" fmla="*/ 16 w 41"/>
              <a:gd name="T27" fmla="*/ 9 h 41"/>
              <a:gd name="T28" fmla="*/ 35 w 41"/>
              <a:gd name="T29" fmla="*/ 26 h 41"/>
              <a:gd name="T30" fmla="*/ 35 w 41"/>
              <a:gd name="T31" fmla="*/ 23 h 41"/>
              <a:gd name="T32" fmla="*/ 32 w 41"/>
              <a:gd name="T33" fmla="*/ 23 h 41"/>
              <a:gd name="T34" fmla="*/ 32 w 41"/>
              <a:gd name="T35" fmla="*/ 9 h 41"/>
              <a:gd name="T36" fmla="*/ 27 w 41"/>
              <a:gd name="T37" fmla="*/ 9 h 41"/>
              <a:gd name="T38" fmla="*/ 19 w 41"/>
              <a:gd name="T39" fmla="*/ 24 h 41"/>
              <a:gd name="T40" fmla="*/ 19 w 41"/>
              <a:gd name="T41" fmla="*/ 26 h 41"/>
              <a:gd name="T42" fmla="*/ 28 w 41"/>
              <a:gd name="T43" fmla="*/ 26 h 41"/>
              <a:gd name="T44" fmla="*/ 28 w 41"/>
              <a:gd name="T45" fmla="*/ 32 h 41"/>
              <a:gd name="T46" fmla="*/ 32 w 41"/>
              <a:gd name="T47" fmla="*/ 32 h 41"/>
              <a:gd name="T48" fmla="*/ 32 w 41"/>
              <a:gd name="T49" fmla="*/ 26 h 41"/>
              <a:gd name="T50" fmla="*/ 35 w 41"/>
              <a:gd name="T51" fmla="*/ 26 h 41"/>
              <a:gd name="T52" fmla="*/ 28 w 41"/>
              <a:gd name="T53" fmla="*/ 13 h 41"/>
              <a:gd name="T54" fmla="*/ 28 w 41"/>
              <a:gd name="T55" fmla="*/ 13 h 41"/>
              <a:gd name="T56" fmla="*/ 28 w 41"/>
              <a:gd name="T57" fmla="*/ 17 h 41"/>
              <a:gd name="T58" fmla="*/ 28 w 41"/>
              <a:gd name="T59" fmla="*/ 23 h 41"/>
              <a:gd name="T60" fmla="*/ 23 w 41"/>
              <a:gd name="T61" fmla="*/ 23 h 41"/>
              <a:gd name="T62" fmla="*/ 23 w 41"/>
              <a:gd name="T63" fmla="*/ 23 h 41"/>
              <a:gd name="T64" fmla="*/ 27 w 41"/>
              <a:gd name="T65" fmla="*/ 17 h 41"/>
              <a:gd name="T66" fmla="*/ 28 w 41"/>
              <a:gd name="T67" fmla="*/ 13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1" y="41"/>
                  <a:pt x="20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0" y="0"/>
                </a:cubicBezTo>
                <a:cubicBezTo>
                  <a:pt x="31" y="0"/>
                  <a:pt x="41" y="9"/>
                  <a:pt x="41" y="21"/>
                </a:cubicBezTo>
                <a:close/>
                <a:moveTo>
                  <a:pt x="16" y="9"/>
                </a:moveTo>
                <a:cubicBezTo>
                  <a:pt x="12" y="9"/>
                  <a:pt x="12" y="9"/>
                  <a:pt x="12" y="9"/>
                </a:cubicBezTo>
                <a:cubicBezTo>
                  <a:pt x="7" y="12"/>
                  <a:pt x="7" y="12"/>
                  <a:pt x="7" y="12"/>
                </a:cubicBezTo>
                <a:cubicBezTo>
                  <a:pt x="8" y="15"/>
                  <a:pt x="8" y="15"/>
                  <a:pt x="8" y="15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32"/>
                  <a:pt x="12" y="32"/>
                  <a:pt x="12" y="32"/>
                </a:cubicBezTo>
                <a:cubicBezTo>
                  <a:pt x="16" y="32"/>
                  <a:pt x="16" y="32"/>
                  <a:pt x="16" y="32"/>
                </a:cubicBezTo>
                <a:lnTo>
                  <a:pt x="16" y="9"/>
                </a:lnTo>
                <a:close/>
                <a:moveTo>
                  <a:pt x="35" y="26"/>
                </a:moveTo>
                <a:cubicBezTo>
                  <a:pt x="35" y="23"/>
                  <a:pt x="35" y="23"/>
                  <a:pt x="35" y="23"/>
                </a:cubicBezTo>
                <a:cubicBezTo>
                  <a:pt x="32" y="23"/>
                  <a:pt x="32" y="23"/>
                  <a:pt x="32" y="23"/>
                </a:cubicBezTo>
                <a:cubicBezTo>
                  <a:pt x="32" y="9"/>
                  <a:pt x="32" y="9"/>
                  <a:pt x="32" y="9"/>
                </a:cubicBezTo>
                <a:cubicBezTo>
                  <a:pt x="27" y="9"/>
                  <a:pt x="27" y="9"/>
                  <a:pt x="27" y="9"/>
                </a:cubicBezTo>
                <a:cubicBezTo>
                  <a:pt x="19" y="24"/>
                  <a:pt x="19" y="24"/>
                  <a:pt x="19" y="24"/>
                </a:cubicBezTo>
                <a:cubicBezTo>
                  <a:pt x="19" y="26"/>
                  <a:pt x="19" y="26"/>
                  <a:pt x="19" y="26"/>
                </a:cubicBezTo>
                <a:cubicBezTo>
                  <a:pt x="28" y="26"/>
                  <a:pt x="28" y="26"/>
                  <a:pt x="28" y="26"/>
                </a:cubicBezTo>
                <a:cubicBezTo>
                  <a:pt x="28" y="32"/>
                  <a:pt x="28" y="32"/>
                  <a:pt x="28" y="32"/>
                </a:cubicBezTo>
                <a:cubicBezTo>
                  <a:pt x="32" y="32"/>
                  <a:pt x="32" y="32"/>
                  <a:pt x="32" y="32"/>
                </a:cubicBezTo>
                <a:cubicBezTo>
                  <a:pt x="32" y="26"/>
                  <a:pt x="32" y="26"/>
                  <a:pt x="32" y="26"/>
                </a:cubicBezTo>
                <a:lnTo>
                  <a:pt x="35" y="26"/>
                </a:lnTo>
                <a:close/>
                <a:moveTo>
                  <a:pt x="28" y="13"/>
                </a:moveTo>
                <a:cubicBezTo>
                  <a:pt x="28" y="13"/>
                  <a:pt x="28" y="13"/>
                  <a:pt x="28" y="13"/>
                </a:cubicBezTo>
                <a:cubicBezTo>
                  <a:pt x="28" y="14"/>
                  <a:pt x="28" y="16"/>
                  <a:pt x="28" y="17"/>
                </a:cubicBezTo>
                <a:cubicBezTo>
                  <a:pt x="28" y="23"/>
                  <a:pt x="28" y="23"/>
                  <a:pt x="28" y="23"/>
                </a:cubicBezTo>
                <a:cubicBezTo>
                  <a:pt x="23" y="23"/>
                  <a:pt x="23" y="23"/>
                  <a:pt x="23" y="23"/>
                </a:cubicBezTo>
                <a:cubicBezTo>
                  <a:pt x="23" y="23"/>
                  <a:pt x="23" y="23"/>
                  <a:pt x="23" y="23"/>
                </a:cubicBezTo>
                <a:cubicBezTo>
                  <a:pt x="27" y="17"/>
                  <a:pt x="27" y="17"/>
                  <a:pt x="27" y="17"/>
                </a:cubicBezTo>
                <a:cubicBezTo>
                  <a:pt x="27" y="16"/>
                  <a:pt x="28" y="14"/>
                  <a:pt x="28" y="13"/>
                </a:cubicBezTo>
                <a:close/>
              </a:path>
            </a:pathLst>
          </a:custGeom>
          <a:solidFill>
            <a:srgbClr val="D7717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54" name="Oval 102">
            <a:extLst>
              <a:ext uri="{FF2B5EF4-FFF2-40B4-BE49-F238E27FC236}">
                <a16:creationId xmlns:a16="http://schemas.microsoft.com/office/drawing/2014/main" id="{3576A932-E123-8A58-7301-6A2F9A7A22BD}"/>
              </a:ext>
            </a:extLst>
          </p:cNvPr>
          <p:cNvSpPr>
            <a:spLocks noChangeArrowheads="1"/>
          </p:cNvSpPr>
          <p:nvPr/>
        </p:nvSpPr>
        <p:spPr bwMode="auto">
          <a:xfrm>
            <a:off x="857250" y="4284011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55" name="Freeform 103">
            <a:extLst>
              <a:ext uri="{FF2B5EF4-FFF2-40B4-BE49-F238E27FC236}">
                <a16:creationId xmlns:a16="http://schemas.microsoft.com/office/drawing/2014/main" id="{244260E1-071A-105E-6B23-9258C57EF2F8}"/>
              </a:ext>
            </a:extLst>
          </p:cNvPr>
          <p:cNvSpPr>
            <a:spLocks noEditPoints="1"/>
          </p:cNvSpPr>
          <p:nvPr/>
        </p:nvSpPr>
        <p:spPr bwMode="auto">
          <a:xfrm>
            <a:off x="865188" y="4291949"/>
            <a:ext cx="153988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4 w 41"/>
              <a:gd name="T11" fmla="*/ 9 h 41"/>
              <a:gd name="T12" fmla="*/ 21 w 41"/>
              <a:gd name="T13" fmla="*/ 9 h 41"/>
              <a:gd name="T14" fmla="*/ 15 w 41"/>
              <a:gd name="T15" fmla="*/ 12 h 41"/>
              <a:gd name="T16" fmla="*/ 16 w 41"/>
              <a:gd name="T17" fmla="*/ 15 h 41"/>
              <a:gd name="T18" fmla="*/ 20 w 41"/>
              <a:gd name="T19" fmla="*/ 13 h 41"/>
              <a:gd name="T20" fmla="*/ 20 w 41"/>
              <a:gd name="T21" fmla="*/ 13 h 41"/>
              <a:gd name="T22" fmla="*/ 20 w 41"/>
              <a:gd name="T23" fmla="*/ 33 h 41"/>
              <a:gd name="T24" fmla="*/ 24 w 41"/>
              <a:gd name="T25" fmla="*/ 33 h 41"/>
              <a:gd name="T26" fmla="*/ 24 w 41"/>
              <a:gd name="T27" fmla="*/ 9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4" y="9"/>
                </a:moveTo>
                <a:cubicBezTo>
                  <a:pt x="21" y="9"/>
                  <a:pt x="21" y="9"/>
                  <a:pt x="21" y="9"/>
                </a:cubicBezTo>
                <a:cubicBezTo>
                  <a:pt x="15" y="12"/>
                  <a:pt x="15" y="12"/>
                  <a:pt x="15" y="12"/>
                </a:cubicBezTo>
                <a:cubicBezTo>
                  <a:pt x="16" y="15"/>
                  <a:pt x="16" y="15"/>
                  <a:pt x="16" y="15"/>
                </a:cubicBezTo>
                <a:cubicBezTo>
                  <a:pt x="20" y="13"/>
                  <a:pt x="20" y="13"/>
                  <a:pt x="20" y="13"/>
                </a:cubicBezTo>
                <a:cubicBezTo>
                  <a:pt x="20" y="13"/>
                  <a:pt x="20" y="13"/>
                  <a:pt x="20" y="13"/>
                </a:cubicBezTo>
                <a:cubicBezTo>
                  <a:pt x="20" y="33"/>
                  <a:pt x="20" y="33"/>
                  <a:pt x="20" y="33"/>
                </a:cubicBezTo>
                <a:cubicBezTo>
                  <a:pt x="24" y="33"/>
                  <a:pt x="24" y="33"/>
                  <a:pt x="24" y="33"/>
                </a:cubicBezTo>
                <a:lnTo>
                  <a:pt x="24" y="9"/>
                </a:lnTo>
                <a:close/>
              </a:path>
            </a:pathLst>
          </a:custGeom>
          <a:solidFill>
            <a:srgbClr val="D7717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56" name="Oval 104">
            <a:extLst>
              <a:ext uri="{FF2B5EF4-FFF2-40B4-BE49-F238E27FC236}">
                <a16:creationId xmlns:a16="http://schemas.microsoft.com/office/drawing/2014/main" id="{D603C1CB-ACD5-03E1-4A30-2AE17F6EEA6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90613" y="4284011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57" name="Freeform 105">
            <a:extLst>
              <a:ext uri="{FF2B5EF4-FFF2-40B4-BE49-F238E27FC236}">
                <a16:creationId xmlns:a16="http://schemas.microsoft.com/office/drawing/2014/main" id="{C33C0695-E551-6AD8-9EAE-387F6CF48EAA}"/>
              </a:ext>
            </a:extLst>
          </p:cNvPr>
          <p:cNvSpPr>
            <a:spLocks noEditPoints="1"/>
          </p:cNvSpPr>
          <p:nvPr/>
        </p:nvSpPr>
        <p:spPr bwMode="auto">
          <a:xfrm>
            <a:off x="1098550" y="4291949"/>
            <a:ext cx="155575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9 w 41"/>
              <a:gd name="T11" fmla="*/ 29 h 41"/>
              <a:gd name="T12" fmla="*/ 20 w 41"/>
              <a:gd name="T13" fmla="*/ 29 h 41"/>
              <a:gd name="T14" fmla="*/ 20 w 41"/>
              <a:gd name="T15" fmla="*/ 29 h 41"/>
              <a:gd name="T16" fmla="*/ 22 w 41"/>
              <a:gd name="T17" fmla="*/ 27 h 41"/>
              <a:gd name="T18" fmla="*/ 28 w 41"/>
              <a:gd name="T19" fmla="*/ 16 h 41"/>
              <a:gd name="T20" fmla="*/ 21 w 41"/>
              <a:gd name="T21" fmla="*/ 8 h 41"/>
              <a:gd name="T22" fmla="*/ 14 w 41"/>
              <a:gd name="T23" fmla="*/ 11 h 41"/>
              <a:gd name="T24" fmla="*/ 15 w 41"/>
              <a:gd name="T25" fmla="*/ 14 h 41"/>
              <a:gd name="T26" fmla="*/ 20 w 41"/>
              <a:gd name="T27" fmla="*/ 12 h 41"/>
              <a:gd name="T28" fmla="*/ 24 w 41"/>
              <a:gd name="T29" fmla="*/ 16 h 41"/>
              <a:gd name="T30" fmla="*/ 16 w 41"/>
              <a:gd name="T31" fmla="*/ 27 h 41"/>
              <a:gd name="T32" fmla="*/ 14 w 41"/>
              <a:gd name="T33" fmla="*/ 30 h 41"/>
              <a:gd name="T34" fmla="*/ 14 w 41"/>
              <a:gd name="T35" fmla="*/ 33 h 41"/>
              <a:gd name="T36" fmla="*/ 29 w 41"/>
              <a:gd name="T37" fmla="*/ 33 h 41"/>
              <a:gd name="T38" fmla="*/ 29 w 41"/>
              <a:gd name="T39" fmla="*/ 29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29"/>
                </a:moveTo>
                <a:cubicBezTo>
                  <a:pt x="20" y="29"/>
                  <a:pt x="20" y="29"/>
                  <a:pt x="20" y="29"/>
                </a:cubicBezTo>
                <a:cubicBezTo>
                  <a:pt x="20" y="29"/>
                  <a:pt x="20" y="29"/>
                  <a:pt x="20" y="29"/>
                </a:cubicBezTo>
                <a:cubicBezTo>
                  <a:pt x="22" y="27"/>
                  <a:pt x="22" y="27"/>
                  <a:pt x="22" y="27"/>
                </a:cubicBezTo>
                <a:cubicBezTo>
                  <a:pt x="25" y="23"/>
                  <a:pt x="28" y="20"/>
                  <a:pt x="28" y="16"/>
                </a:cubicBezTo>
                <a:cubicBezTo>
                  <a:pt x="28" y="12"/>
                  <a:pt x="26" y="8"/>
                  <a:pt x="21" y="8"/>
                </a:cubicBezTo>
                <a:cubicBezTo>
                  <a:pt x="18" y="8"/>
                  <a:pt x="16" y="9"/>
                  <a:pt x="14" y="11"/>
                </a:cubicBezTo>
                <a:cubicBezTo>
                  <a:pt x="15" y="14"/>
                  <a:pt x="15" y="14"/>
                  <a:pt x="15" y="14"/>
                </a:cubicBezTo>
                <a:cubicBezTo>
                  <a:pt x="16" y="13"/>
                  <a:pt x="18" y="12"/>
                  <a:pt x="20" y="12"/>
                </a:cubicBezTo>
                <a:cubicBezTo>
                  <a:pt x="23" y="12"/>
                  <a:pt x="24" y="14"/>
                  <a:pt x="24" y="16"/>
                </a:cubicBezTo>
                <a:cubicBezTo>
                  <a:pt x="24" y="19"/>
                  <a:pt x="21" y="22"/>
                  <a:pt x="16" y="27"/>
                </a:cubicBezTo>
                <a:cubicBezTo>
                  <a:pt x="14" y="30"/>
                  <a:pt x="14" y="30"/>
                  <a:pt x="14" y="30"/>
                </a:cubicBezTo>
                <a:cubicBezTo>
                  <a:pt x="14" y="33"/>
                  <a:pt x="14" y="33"/>
                  <a:pt x="14" y="33"/>
                </a:cubicBezTo>
                <a:cubicBezTo>
                  <a:pt x="29" y="33"/>
                  <a:pt x="29" y="33"/>
                  <a:pt x="29" y="33"/>
                </a:cubicBezTo>
                <a:lnTo>
                  <a:pt x="29" y="29"/>
                </a:lnTo>
                <a:close/>
              </a:path>
            </a:pathLst>
          </a:custGeom>
          <a:solidFill>
            <a:srgbClr val="D7717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58" name="Oval 106">
            <a:extLst>
              <a:ext uri="{FF2B5EF4-FFF2-40B4-BE49-F238E27FC236}">
                <a16:creationId xmlns:a16="http://schemas.microsoft.com/office/drawing/2014/main" id="{503DF63D-BACF-F383-017E-F8EA26E0ABA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63663" y="4284011"/>
            <a:ext cx="173038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59" name="Freeform 107">
            <a:extLst>
              <a:ext uri="{FF2B5EF4-FFF2-40B4-BE49-F238E27FC236}">
                <a16:creationId xmlns:a16="http://schemas.microsoft.com/office/drawing/2014/main" id="{768BB9A2-84B8-FAC4-3F5F-D4B267D243E5}"/>
              </a:ext>
            </a:extLst>
          </p:cNvPr>
          <p:cNvSpPr>
            <a:spLocks noEditPoints="1"/>
          </p:cNvSpPr>
          <p:nvPr/>
        </p:nvSpPr>
        <p:spPr bwMode="auto">
          <a:xfrm>
            <a:off x="1370013" y="4291949"/>
            <a:ext cx="155575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9 w 41"/>
              <a:gd name="T11" fmla="*/ 26 h 41"/>
              <a:gd name="T12" fmla="*/ 24 w 41"/>
              <a:gd name="T13" fmla="*/ 20 h 41"/>
              <a:gd name="T14" fmla="*/ 24 w 41"/>
              <a:gd name="T15" fmla="*/ 20 h 41"/>
              <a:gd name="T16" fmla="*/ 28 w 41"/>
              <a:gd name="T17" fmla="*/ 14 h 41"/>
              <a:gd name="T18" fmla="*/ 21 w 41"/>
              <a:gd name="T19" fmla="*/ 8 h 41"/>
              <a:gd name="T20" fmla="*/ 15 w 41"/>
              <a:gd name="T21" fmla="*/ 10 h 41"/>
              <a:gd name="T22" fmla="*/ 16 w 41"/>
              <a:gd name="T23" fmla="*/ 13 h 41"/>
              <a:gd name="T24" fmla="*/ 20 w 41"/>
              <a:gd name="T25" fmla="*/ 12 h 41"/>
              <a:gd name="T26" fmla="*/ 24 w 41"/>
              <a:gd name="T27" fmla="*/ 15 h 41"/>
              <a:gd name="T28" fmla="*/ 19 w 41"/>
              <a:gd name="T29" fmla="*/ 18 h 41"/>
              <a:gd name="T30" fmla="*/ 17 w 41"/>
              <a:gd name="T31" fmla="*/ 18 h 41"/>
              <a:gd name="T32" fmla="*/ 17 w 41"/>
              <a:gd name="T33" fmla="*/ 22 h 41"/>
              <a:gd name="T34" fmla="*/ 19 w 41"/>
              <a:gd name="T35" fmla="*/ 22 h 41"/>
              <a:gd name="T36" fmla="*/ 24 w 41"/>
              <a:gd name="T37" fmla="*/ 26 h 41"/>
              <a:gd name="T38" fmla="*/ 20 w 41"/>
              <a:gd name="T39" fmla="*/ 29 h 41"/>
              <a:gd name="T40" fmla="*/ 15 w 41"/>
              <a:gd name="T41" fmla="*/ 28 h 41"/>
              <a:gd name="T42" fmla="*/ 14 w 41"/>
              <a:gd name="T43" fmla="*/ 31 h 41"/>
              <a:gd name="T44" fmla="*/ 20 w 41"/>
              <a:gd name="T45" fmla="*/ 33 h 41"/>
              <a:gd name="T46" fmla="*/ 29 w 41"/>
              <a:gd name="T47" fmla="*/ 26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10" y="41"/>
                  <a:pt x="0" y="32"/>
                  <a:pt x="0" y="21"/>
                </a:cubicBezTo>
                <a:cubicBezTo>
                  <a:pt x="0" y="9"/>
                  <a:pt x="10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26"/>
                </a:moveTo>
                <a:cubicBezTo>
                  <a:pt x="29" y="23"/>
                  <a:pt x="26" y="20"/>
                  <a:pt x="24" y="20"/>
                </a:cubicBezTo>
                <a:cubicBezTo>
                  <a:pt x="24" y="20"/>
                  <a:pt x="24" y="20"/>
                  <a:pt x="24" y="20"/>
                </a:cubicBezTo>
                <a:cubicBezTo>
                  <a:pt x="26" y="19"/>
                  <a:pt x="28" y="17"/>
                  <a:pt x="28" y="14"/>
                </a:cubicBezTo>
                <a:cubicBezTo>
                  <a:pt x="28" y="11"/>
                  <a:pt x="25" y="8"/>
                  <a:pt x="21" y="8"/>
                </a:cubicBezTo>
                <a:cubicBezTo>
                  <a:pt x="18" y="8"/>
                  <a:pt x="16" y="9"/>
                  <a:pt x="15" y="10"/>
                </a:cubicBezTo>
                <a:cubicBezTo>
                  <a:pt x="16" y="13"/>
                  <a:pt x="16" y="13"/>
                  <a:pt x="16" y="13"/>
                </a:cubicBezTo>
                <a:cubicBezTo>
                  <a:pt x="16" y="13"/>
                  <a:pt x="18" y="12"/>
                  <a:pt x="20" y="12"/>
                </a:cubicBezTo>
                <a:cubicBezTo>
                  <a:pt x="22" y="12"/>
                  <a:pt x="24" y="13"/>
                  <a:pt x="24" y="15"/>
                </a:cubicBezTo>
                <a:cubicBezTo>
                  <a:pt x="24" y="17"/>
                  <a:pt x="21" y="18"/>
                  <a:pt x="19" y="18"/>
                </a:cubicBezTo>
                <a:cubicBezTo>
                  <a:pt x="17" y="18"/>
                  <a:pt x="17" y="18"/>
                  <a:pt x="17" y="18"/>
                </a:cubicBezTo>
                <a:cubicBezTo>
                  <a:pt x="17" y="22"/>
                  <a:pt x="17" y="22"/>
                  <a:pt x="17" y="22"/>
                </a:cubicBezTo>
                <a:cubicBezTo>
                  <a:pt x="19" y="22"/>
                  <a:pt x="19" y="22"/>
                  <a:pt x="19" y="22"/>
                </a:cubicBezTo>
                <a:cubicBezTo>
                  <a:pt x="22" y="22"/>
                  <a:pt x="24" y="23"/>
                  <a:pt x="24" y="26"/>
                </a:cubicBezTo>
                <a:cubicBezTo>
                  <a:pt x="24" y="28"/>
                  <a:pt x="23" y="29"/>
                  <a:pt x="20" y="29"/>
                </a:cubicBezTo>
                <a:cubicBezTo>
                  <a:pt x="18" y="29"/>
                  <a:pt x="16" y="29"/>
                  <a:pt x="15" y="28"/>
                </a:cubicBezTo>
                <a:cubicBezTo>
                  <a:pt x="14" y="31"/>
                  <a:pt x="14" y="31"/>
                  <a:pt x="14" y="31"/>
                </a:cubicBezTo>
                <a:cubicBezTo>
                  <a:pt x="15" y="32"/>
                  <a:pt x="17" y="33"/>
                  <a:pt x="20" y="33"/>
                </a:cubicBezTo>
                <a:cubicBezTo>
                  <a:pt x="25" y="33"/>
                  <a:pt x="29" y="30"/>
                  <a:pt x="29" y="26"/>
                </a:cubicBezTo>
                <a:close/>
              </a:path>
            </a:pathLst>
          </a:custGeom>
          <a:solidFill>
            <a:srgbClr val="D7717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60" name="Oval 108">
            <a:extLst>
              <a:ext uri="{FF2B5EF4-FFF2-40B4-BE49-F238E27FC236}">
                <a16:creationId xmlns:a16="http://schemas.microsoft.com/office/drawing/2014/main" id="{D2A90138-3847-6124-F6A6-A78FEAFF1EC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646238" y="4284011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61" name="Freeform 109">
            <a:extLst>
              <a:ext uri="{FF2B5EF4-FFF2-40B4-BE49-F238E27FC236}">
                <a16:creationId xmlns:a16="http://schemas.microsoft.com/office/drawing/2014/main" id="{849C36CB-9E20-1A16-D829-038B0D21AEF8}"/>
              </a:ext>
            </a:extLst>
          </p:cNvPr>
          <p:cNvSpPr>
            <a:spLocks noEditPoints="1"/>
          </p:cNvSpPr>
          <p:nvPr/>
        </p:nvSpPr>
        <p:spPr bwMode="auto">
          <a:xfrm>
            <a:off x="1654175" y="4291949"/>
            <a:ext cx="153988" cy="165100"/>
          </a:xfrm>
          <a:custGeom>
            <a:avLst/>
            <a:gdLst>
              <a:gd name="T0" fmla="*/ 41 w 41"/>
              <a:gd name="T1" fmla="*/ 21 h 41"/>
              <a:gd name="T2" fmla="*/ 20 w 41"/>
              <a:gd name="T3" fmla="*/ 41 h 41"/>
              <a:gd name="T4" fmla="*/ 0 w 41"/>
              <a:gd name="T5" fmla="*/ 21 h 41"/>
              <a:gd name="T6" fmla="*/ 20 w 41"/>
              <a:gd name="T7" fmla="*/ 0 h 41"/>
              <a:gd name="T8" fmla="*/ 41 w 41"/>
              <a:gd name="T9" fmla="*/ 21 h 41"/>
              <a:gd name="T10" fmla="*/ 29 w 41"/>
              <a:gd name="T11" fmla="*/ 23 h 41"/>
              <a:gd name="T12" fmla="*/ 26 w 41"/>
              <a:gd name="T13" fmla="*/ 23 h 41"/>
              <a:gd name="T14" fmla="*/ 26 w 41"/>
              <a:gd name="T15" fmla="*/ 9 h 41"/>
              <a:gd name="T16" fmla="*/ 22 w 41"/>
              <a:gd name="T17" fmla="*/ 9 h 41"/>
              <a:gd name="T18" fmla="*/ 13 w 41"/>
              <a:gd name="T19" fmla="*/ 24 h 41"/>
              <a:gd name="T20" fmla="*/ 13 w 41"/>
              <a:gd name="T21" fmla="*/ 27 h 41"/>
              <a:gd name="T22" fmla="*/ 23 w 41"/>
              <a:gd name="T23" fmla="*/ 27 h 41"/>
              <a:gd name="T24" fmla="*/ 23 w 41"/>
              <a:gd name="T25" fmla="*/ 33 h 41"/>
              <a:gd name="T26" fmla="*/ 26 w 41"/>
              <a:gd name="T27" fmla="*/ 33 h 41"/>
              <a:gd name="T28" fmla="*/ 26 w 41"/>
              <a:gd name="T29" fmla="*/ 27 h 41"/>
              <a:gd name="T30" fmla="*/ 29 w 41"/>
              <a:gd name="T31" fmla="*/ 27 h 41"/>
              <a:gd name="T32" fmla="*/ 29 w 41"/>
              <a:gd name="T33" fmla="*/ 23 h 41"/>
              <a:gd name="T34" fmla="*/ 23 w 41"/>
              <a:gd name="T35" fmla="*/ 12 h 41"/>
              <a:gd name="T36" fmla="*/ 23 w 41"/>
              <a:gd name="T37" fmla="*/ 12 h 41"/>
              <a:gd name="T38" fmla="*/ 23 w 41"/>
              <a:gd name="T39" fmla="*/ 17 h 41"/>
              <a:gd name="T40" fmla="*/ 23 w 41"/>
              <a:gd name="T41" fmla="*/ 23 h 41"/>
              <a:gd name="T42" fmla="*/ 17 w 41"/>
              <a:gd name="T43" fmla="*/ 23 h 41"/>
              <a:gd name="T44" fmla="*/ 17 w 41"/>
              <a:gd name="T45" fmla="*/ 23 h 41"/>
              <a:gd name="T46" fmla="*/ 21 w 41"/>
              <a:gd name="T47" fmla="*/ 16 h 41"/>
              <a:gd name="T48" fmla="*/ 23 w 41"/>
              <a:gd name="T49" fmla="*/ 12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0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0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23"/>
                </a:moveTo>
                <a:cubicBezTo>
                  <a:pt x="26" y="23"/>
                  <a:pt x="26" y="23"/>
                  <a:pt x="26" y="23"/>
                </a:cubicBezTo>
                <a:cubicBezTo>
                  <a:pt x="26" y="9"/>
                  <a:pt x="26" y="9"/>
                  <a:pt x="26" y="9"/>
                </a:cubicBezTo>
                <a:cubicBezTo>
                  <a:pt x="22" y="9"/>
                  <a:pt x="22" y="9"/>
                  <a:pt x="22" y="9"/>
                </a:cubicBezTo>
                <a:cubicBezTo>
                  <a:pt x="13" y="24"/>
                  <a:pt x="13" y="24"/>
                  <a:pt x="13" y="24"/>
                </a:cubicBezTo>
                <a:cubicBezTo>
                  <a:pt x="13" y="27"/>
                  <a:pt x="13" y="27"/>
                  <a:pt x="13" y="27"/>
                </a:cubicBezTo>
                <a:cubicBezTo>
                  <a:pt x="23" y="27"/>
                  <a:pt x="23" y="27"/>
                  <a:pt x="23" y="27"/>
                </a:cubicBezTo>
                <a:cubicBezTo>
                  <a:pt x="23" y="33"/>
                  <a:pt x="23" y="33"/>
                  <a:pt x="23" y="33"/>
                </a:cubicBezTo>
                <a:cubicBezTo>
                  <a:pt x="26" y="33"/>
                  <a:pt x="26" y="33"/>
                  <a:pt x="26" y="33"/>
                </a:cubicBezTo>
                <a:cubicBezTo>
                  <a:pt x="26" y="27"/>
                  <a:pt x="26" y="27"/>
                  <a:pt x="26" y="27"/>
                </a:cubicBezTo>
                <a:cubicBezTo>
                  <a:pt x="29" y="27"/>
                  <a:pt x="29" y="27"/>
                  <a:pt x="29" y="27"/>
                </a:cubicBezTo>
                <a:lnTo>
                  <a:pt x="29" y="23"/>
                </a:lnTo>
                <a:close/>
                <a:moveTo>
                  <a:pt x="23" y="12"/>
                </a:moveTo>
                <a:cubicBezTo>
                  <a:pt x="23" y="12"/>
                  <a:pt x="23" y="12"/>
                  <a:pt x="23" y="12"/>
                </a:cubicBezTo>
                <a:cubicBezTo>
                  <a:pt x="23" y="14"/>
                  <a:pt x="23" y="15"/>
                  <a:pt x="23" y="17"/>
                </a:cubicBezTo>
                <a:cubicBezTo>
                  <a:pt x="23" y="23"/>
                  <a:pt x="23" y="23"/>
                  <a:pt x="23" y="23"/>
                </a:cubicBezTo>
                <a:cubicBezTo>
                  <a:pt x="17" y="23"/>
                  <a:pt x="17" y="23"/>
                  <a:pt x="17" y="23"/>
                </a:cubicBezTo>
                <a:cubicBezTo>
                  <a:pt x="17" y="23"/>
                  <a:pt x="17" y="23"/>
                  <a:pt x="17" y="23"/>
                </a:cubicBezTo>
                <a:cubicBezTo>
                  <a:pt x="21" y="16"/>
                  <a:pt x="21" y="16"/>
                  <a:pt x="21" y="16"/>
                </a:cubicBezTo>
                <a:cubicBezTo>
                  <a:pt x="21" y="15"/>
                  <a:pt x="22" y="14"/>
                  <a:pt x="23" y="12"/>
                </a:cubicBezTo>
                <a:close/>
              </a:path>
            </a:pathLst>
          </a:custGeom>
          <a:solidFill>
            <a:srgbClr val="D7717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62" name="Oval 110">
            <a:extLst>
              <a:ext uri="{FF2B5EF4-FFF2-40B4-BE49-F238E27FC236}">
                <a16:creationId xmlns:a16="http://schemas.microsoft.com/office/drawing/2014/main" id="{DD9F6C82-232D-DB09-10CB-28759FFD8FC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14525" y="4284011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63" name="Freeform 111">
            <a:extLst>
              <a:ext uri="{FF2B5EF4-FFF2-40B4-BE49-F238E27FC236}">
                <a16:creationId xmlns:a16="http://schemas.microsoft.com/office/drawing/2014/main" id="{B115A9DF-5803-4372-B1E9-E082D3985D3E}"/>
              </a:ext>
            </a:extLst>
          </p:cNvPr>
          <p:cNvSpPr>
            <a:spLocks noEditPoints="1"/>
          </p:cNvSpPr>
          <p:nvPr/>
        </p:nvSpPr>
        <p:spPr bwMode="auto">
          <a:xfrm>
            <a:off x="1920875" y="4291949"/>
            <a:ext cx="155575" cy="165100"/>
          </a:xfrm>
          <a:custGeom>
            <a:avLst/>
            <a:gdLst>
              <a:gd name="T0" fmla="*/ 41 w 41"/>
              <a:gd name="T1" fmla="*/ 21 h 41"/>
              <a:gd name="T2" fmla="*/ 20 w 41"/>
              <a:gd name="T3" fmla="*/ 41 h 41"/>
              <a:gd name="T4" fmla="*/ 0 w 41"/>
              <a:gd name="T5" fmla="*/ 21 h 41"/>
              <a:gd name="T6" fmla="*/ 20 w 41"/>
              <a:gd name="T7" fmla="*/ 0 h 41"/>
              <a:gd name="T8" fmla="*/ 41 w 41"/>
              <a:gd name="T9" fmla="*/ 21 h 41"/>
              <a:gd name="T10" fmla="*/ 28 w 41"/>
              <a:gd name="T11" fmla="*/ 25 h 41"/>
              <a:gd name="T12" fmla="*/ 25 w 41"/>
              <a:gd name="T13" fmla="*/ 19 h 41"/>
              <a:gd name="T14" fmla="*/ 20 w 41"/>
              <a:gd name="T15" fmla="*/ 17 h 41"/>
              <a:gd name="T16" fmla="*/ 18 w 41"/>
              <a:gd name="T17" fmla="*/ 17 h 41"/>
              <a:gd name="T18" fmla="*/ 19 w 41"/>
              <a:gd name="T19" fmla="*/ 12 h 41"/>
              <a:gd name="T20" fmla="*/ 27 w 41"/>
              <a:gd name="T21" fmla="*/ 12 h 41"/>
              <a:gd name="T22" fmla="*/ 27 w 41"/>
              <a:gd name="T23" fmla="*/ 9 h 41"/>
              <a:gd name="T24" fmla="*/ 16 w 41"/>
              <a:gd name="T25" fmla="*/ 9 h 41"/>
              <a:gd name="T26" fmla="*/ 15 w 41"/>
              <a:gd name="T27" fmla="*/ 21 h 41"/>
              <a:gd name="T28" fmla="*/ 18 w 41"/>
              <a:gd name="T29" fmla="*/ 21 h 41"/>
              <a:gd name="T30" fmla="*/ 24 w 41"/>
              <a:gd name="T31" fmla="*/ 25 h 41"/>
              <a:gd name="T32" fmla="*/ 19 w 41"/>
              <a:gd name="T33" fmla="*/ 30 h 41"/>
              <a:gd name="T34" fmla="*/ 14 w 41"/>
              <a:gd name="T35" fmla="*/ 28 h 41"/>
              <a:gd name="T36" fmla="*/ 13 w 41"/>
              <a:gd name="T37" fmla="*/ 32 h 41"/>
              <a:gd name="T38" fmla="*/ 19 w 41"/>
              <a:gd name="T39" fmla="*/ 33 h 41"/>
              <a:gd name="T40" fmla="*/ 28 w 41"/>
              <a:gd name="T41" fmla="*/ 25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0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0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8" y="25"/>
                </a:moveTo>
                <a:cubicBezTo>
                  <a:pt x="28" y="22"/>
                  <a:pt x="27" y="20"/>
                  <a:pt x="25" y="19"/>
                </a:cubicBezTo>
                <a:cubicBezTo>
                  <a:pt x="24" y="18"/>
                  <a:pt x="22" y="17"/>
                  <a:pt x="20" y="17"/>
                </a:cubicBezTo>
                <a:cubicBezTo>
                  <a:pt x="19" y="17"/>
                  <a:pt x="19" y="17"/>
                  <a:pt x="18" y="17"/>
                </a:cubicBezTo>
                <a:cubicBezTo>
                  <a:pt x="19" y="12"/>
                  <a:pt x="19" y="12"/>
                  <a:pt x="19" y="12"/>
                </a:cubicBezTo>
                <a:cubicBezTo>
                  <a:pt x="27" y="12"/>
                  <a:pt x="27" y="12"/>
                  <a:pt x="27" y="12"/>
                </a:cubicBezTo>
                <a:cubicBezTo>
                  <a:pt x="27" y="9"/>
                  <a:pt x="27" y="9"/>
                  <a:pt x="27" y="9"/>
                </a:cubicBezTo>
                <a:cubicBezTo>
                  <a:pt x="16" y="9"/>
                  <a:pt x="16" y="9"/>
                  <a:pt x="16" y="9"/>
                </a:cubicBezTo>
                <a:cubicBezTo>
                  <a:pt x="15" y="21"/>
                  <a:pt x="15" y="21"/>
                  <a:pt x="15" y="21"/>
                </a:cubicBezTo>
                <a:cubicBezTo>
                  <a:pt x="15" y="21"/>
                  <a:pt x="16" y="21"/>
                  <a:pt x="18" y="21"/>
                </a:cubicBezTo>
                <a:cubicBezTo>
                  <a:pt x="22" y="21"/>
                  <a:pt x="24" y="22"/>
                  <a:pt x="24" y="25"/>
                </a:cubicBezTo>
                <a:cubicBezTo>
                  <a:pt x="24" y="28"/>
                  <a:pt x="21" y="30"/>
                  <a:pt x="19" y="30"/>
                </a:cubicBezTo>
                <a:cubicBezTo>
                  <a:pt x="17" y="30"/>
                  <a:pt x="15" y="29"/>
                  <a:pt x="14" y="28"/>
                </a:cubicBezTo>
                <a:cubicBezTo>
                  <a:pt x="13" y="32"/>
                  <a:pt x="13" y="32"/>
                  <a:pt x="13" y="32"/>
                </a:cubicBezTo>
                <a:cubicBezTo>
                  <a:pt x="14" y="32"/>
                  <a:pt x="17" y="33"/>
                  <a:pt x="19" y="33"/>
                </a:cubicBezTo>
                <a:cubicBezTo>
                  <a:pt x="25" y="33"/>
                  <a:pt x="28" y="29"/>
                  <a:pt x="28" y="25"/>
                </a:cubicBezTo>
                <a:close/>
              </a:path>
            </a:pathLst>
          </a:custGeom>
          <a:solidFill>
            <a:srgbClr val="D7717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64" name="Oval 112">
            <a:extLst>
              <a:ext uri="{FF2B5EF4-FFF2-40B4-BE49-F238E27FC236}">
                <a16:creationId xmlns:a16="http://schemas.microsoft.com/office/drawing/2014/main" id="{76F2494A-BF70-FA90-265B-673D85E134C7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05038" y="4284011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65" name="Freeform 113">
            <a:extLst>
              <a:ext uri="{FF2B5EF4-FFF2-40B4-BE49-F238E27FC236}">
                <a16:creationId xmlns:a16="http://schemas.microsoft.com/office/drawing/2014/main" id="{C22684B0-8058-131A-C077-E1725BD0EE78}"/>
              </a:ext>
            </a:extLst>
          </p:cNvPr>
          <p:cNvSpPr>
            <a:spLocks noEditPoints="1"/>
          </p:cNvSpPr>
          <p:nvPr/>
        </p:nvSpPr>
        <p:spPr bwMode="auto">
          <a:xfrm>
            <a:off x="2212975" y="4291949"/>
            <a:ext cx="153988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9 w 41"/>
              <a:gd name="T11" fmla="*/ 25 h 41"/>
              <a:gd name="T12" fmla="*/ 22 w 41"/>
              <a:gd name="T13" fmla="*/ 17 h 41"/>
              <a:gd name="T14" fmla="*/ 18 w 41"/>
              <a:gd name="T15" fmla="*/ 19 h 41"/>
              <a:gd name="T16" fmla="*/ 17 w 41"/>
              <a:gd name="T17" fmla="*/ 19 h 41"/>
              <a:gd name="T18" fmla="*/ 25 w 41"/>
              <a:gd name="T19" fmla="*/ 12 h 41"/>
              <a:gd name="T20" fmla="*/ 27 w 41"/>
              <a:gd name="T21" fmla="*/ 12 h 41"/>
              <a:gd name="T22" fmla="*/ 27 w 41"/>
              <a:gd name="T23" fmla="*/ 8 h 41"/>
              <a:gd name="T24" fmla="*/ 25 w 41"/>
              <a:gd name="T25" fmla="*/ 8 h 41"/>
              <a:gd name="T26" fmla="*/ 17 w 41"/>
              <a:gd name="T27" fmla="*/ 12 h 41"/>
              <a:gd name="T28" fmla="*/ 13 w 41"/>
              <a:gd name="T29" fmla="*/ 23 h 41"/>
              <a:gd name="T30" fmla="*/ 22 w 41"/>
              <a:gd name="T31" fmla="*/ 33 h 41"/>
              <a:gd name="T32" fmla="*/ 29 w 41"/>
              <a:gd name="T33" fmla="*/ 25 h 41"/>
              <a:gd name="T34" fmla="*/ 25 w 41"/>
              <a:gd name="T35" fmla="*/ 25 h 41"/>
              <a:gd name="T36" fmla="*/ 22 w 41"/>
              <a:gd name="T37" fmla="*/ 30 h 41"/>
              <a:gd name="T38" fmla="*/ 21 w 41"/>
              <a:gd name="T39" fmla="*/ 30 h 41"/>
              <a:gd name="T40" fmla="*/ 17 w 41"/>
              <a:gd name="T41" fmla="*/ 24 h 41"/>
              <a:gd name="T42" fmla="*/ 18 w 41"/>
              <a:gd name="T43" fmla="*/ 22 h 41"/>
              <a:gd name="T44" fmla="*/ 21 w 41"/>
              <a:gd name="T45" fmla="*/ 20 h 41"/>
              <a:gd name="T46" fmla="*/ 25 w 41"/>
              <a:gd name="T47" fmla="*/ 25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25"/>
                </a:moveTo>
                <a:cubicBezTo>
                  <a:pt x="29" y="20"/>
                  <a:pt x="26" y="17"/>
                  <a:pt x="22" y="17"/>
                </a:cubicBezTo>
                <a:cubicBezTo>
                  <a:pt x="20" y="17"/>
                  <a:pt x="19" y="18"/>
                  <a:pt x="18" y="19"/>
                </a:cubicBezTo>
                <a:cubicBezTo>
                  <a:pt x="17" y="19"/>
                  <a:pt x="17" y="19"/>
                  <a:pt x="17" y="19"/>
                </a:cubicBezTo>
                <a:cubicBezTo>
                  <a:pt x="18" y="16"/>
                  <a:pt x="20" y="13"/>
                  <a:pt x="25" y="12"/>
                </a:cubicBezTo>
                <a:cubicBezTo>
                  <a:pt x="26" y="12"/>
                  <a:pt x="26" y="12"/>
                  <a:pt x="27" y="12"/>
                </a:cubicBezTo>
                <a:cubicBezTo>
                  <a:pt x="27" y="8"/>
                  <a:pt x="27" y="8"/>
                  <a:pt x="27" y="8"/>
                </a:cubicBezTo>
                <a:cubicBezTo>
                  <a:pt x="26" y="8"/>
                  <a:pt x="26" y="8"/>
                  <a:pt x="25" y="8"/>
                </a:cubicBezTo>
                <a:cubicBezTo>
                  <a:pt x="22" y="9"/>
                  <a:pt x="19" y="10"/>
                  <a:pt x="17" y="12"/>
                </a:cubicBezTo>
                <a:cubicBezTo>
                  <a:pt x="15" y="14"/>
                  <a:pt x="13" y="18"/>
                  <a:pt x="13" y="23"/>
                </a:cubicBezTo>
                <a:cubicBezTo>
                  <a:pt x="13" y="29"/>
                  <a:pt x="16" y="33"/>
                  <a:pt x="22" y="33"/>
                </a:cubicBezTo>
                <a:cubicBezTo>
                  <a:pt x="26" y="33"/>
                  <a:pt x="29" y="29"/>
                  <a:pt x="29" y="25"/>
                </a:cubicBezTo>
                <a:close/>
                <a:moveTo>
                  <a:pt x="25" y="25"/>
                </a:moveTo>
                <a:cubicBezTo>
                  <a:pt x="25" y="28"/>
                  <a:pt x="24" y="30"/>
                  <a:pt x="22" y="30"/>
                </a:cubicBezTo>
                <a:cubicBezTo>
                  <a:pt x="21" y="30"/>
                  <a:pt x="21" y="30"/>
                  <a:pt x="21" y="30"/>
                </a:cubicBezTo>
                <a:cubicBezTo>
                  <a:pt x="19" y="30"/>
                  <a:pt x="17" y="27"/>
                  <a:pt x="17" y="24"/>
                </a:cubicBezTo>
                <a:cubicBezTo>
                  <a:pt x="17" y="23"/>
                  <a:pt x="17" y="23"/>
                  <a:pt x="18" y="22"/>
                </a:cubicBezTo>
                <a:cubicBezTo>
                  <a:pt x="18" y="21"/>
                  <a:pt x="20" y="20"/>
                  <a:pt x="21" y="20"/>
                </a:cubicBezTo>
                <a:cubicBezTo>
                  <a:pt x="24" y="20"/>
                  <a:pt x="25" y="22"/>
                  <a:pt x="25" y="25"/>
                </a:cubicBezTo>
                <a:close/>
              </a:path>
            </a:pathLst>
          </a:custGeom>
          <a:solidFill>
            <a:srgbClr val="D7717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66" name="Oval 114">
            <a:extLst>
              <a:ext uri="{FF2B5EF4-FFF2-40B4-BE49-F238E27FC236}">
                <a16:creationId xmlns:a16="http://schemas.microsoft.com/office/drawing/2014/main" id="{CE185E93-E8A4-BFC1-F314-F92BF46C1A1A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22538" y="4284011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67" name="Freeform 115">
            <a:extLst>
              <a:ext uri="{FF2B5EF4-FFF2-40B4-BE49-F238E27FC236}">
                <a16:creationId xmlns:a16="http://schemas.microsoft.com/office/drawing/2014/main" id="{5D6A56B9-3A53-D1C0-BEEC-92D4702947BE}"/>
              </a:ext>
            </a:extLst>
          </p:cNvPr>
          <p:cNvSpPr>
            <a:spLocks noEditPoints="1"/>
          </p:cNvSpPr>
          <p:nvPr/>
        </p:nvSpPr>
        <p:spPr bwMode="auto">
          <a:xfrm>
            <a:off x="2528888" y="4291949"/>
            <a:ext cx="155575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9 w 41"/>
              <a:gd name="T11" fmla="*/ 9 h 41"/>
              <a:gd name="T12" fmla="*/ 14 w 41"/>
              <a:gd name="T13" fmla="*/ 9 h 41"/>
              <a:gd name="T14" fmla="*/ 14 w 41"/>
              <a:gd name="T15" fmla="*/ 12 h 41"/>
              <a:gd name="T16" fmla="*/ 24 w 41"/>
              <a:gd name="T17" fmla="*/ 12 h 41"/>
              <a:gd name="T18" fmla="*/ 24 w 41"/>
              <a:gd name="T19" fmla="*/ 12 h 41"/>
              <a:gd name="T20" fmla="*/ 15 w 41"/>
              <a:gd name="T21" fmla="*/ 33 h 41"/>
              <a:gd name="T22" fmla="*/ 20 w 41"/>
              <a:gd name="T23" fmla="*/ 33 h 41"/>
              <a:gd name="T24" fmla="*/ 29 w 41"/>
              <a:gd name="T25" fmla="*/ 12 h 41"/>
              <a:gd name="T26" fmla="*/ 29 w 41"/>
              <a:gd name="T27" fmla="*/ 9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9"/>
                </a:moveTo>
                <a:cubicBezTo>
                  <a:pt x="14" y="9"/>
                  <a:pt x="14" y="9"/>
                  <a:pt x="14" y="9"/>
                </a:cubicBezTo>
                <a:cubicBezTo>
                  <a:pt x="14" y="12"/>
                  <a:pt x="14" y="12"/>
                  <a:pt x="14" y="12"/>
                </a:cubicBezTo>
                <a:cubicBezTo>
                  <a:pt x="24" y="12"/>
                  <a:pt x="24" y="12"/>
                  <a:pt x="24" y="12"/>
                </a:cubicBezTo>
                <a:cubicBezTo>
                  <a:pt x="24" y="12"/>
                  <a:pt x="24" y="12"/>
                  <a:pt x="24" y="12"/>
                </a:cubicBezTo>
                <a:cubicBezTo>
                  <a:pt x="15" y="33"/>
                  <a:pt x="15" y="33"/>
                  <a:pt x="15" y="33"/>
                </a:cubicBezTo>
                <a:cubicBezTo>
                  <a:pt x="20" y="33"/>
                  <a:pt x="20" y="33"/>
                  <a:pt x="20" y="33"/>
                </a:cubicBezTo>
                <a:cubicBezTo>
                  <a:pt x="29" y="12"/>
                  <a:pt x="29" y="12"/>
                  <a:pt x="29" y="12"/>
                </a:cubicBezTo>
                <a:lnTo>
                  <a:pt x="29" y="9"/>
                </a:lnTo>
                <a:close/>
              </a:path>
            </a:pathLst>
          </a:custGeom>
          <a:solidFill>
            <a:srgbClr val="D7717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68" name="Oval 116">
            <a:extLst>
              <a:ext uri="{FF2B5EF4-FFF2-40B4-BE49-F238E27FC236}">
                <a16:creationId xmlns:a16="http://schemas.microsoft.com/office/drawing/2014/main" id="{15514579-2690-C126-E83B-8BAED37DCC7C}"/>
              </a:ext>
            </a:extLst>
          </p:cNvPr>
          <p:cNvSpPr>
            <a:spLocks noChangeArrowheads="1"/>
          </p:cNvSpPr>
          <p:nvPr/>
        </p:nvSpPr>
        <p:spPr bwMode="auto">
          <a:xfrm>
            <a:off x="2728913" y="4284011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69" name="Freeform 117">
            <a:extLst>
              <a:ext uri="{FF2B5EF4-FFF2-40B4-BE49-F238E27FC236}">
                <a16:creationId xmlns:a16="http://schemas.microsoft.com/office/drawing/2014/main" id="{C0A049DF-195B-9C62-9F51-2FDD35FCEB17}"/>
              </a:ext>
            </a:extLst>
          </p:cNvPr>
          <p:cNvSpPr>
            <a:spLocks noEditPoints="1"/>
          </p:cNvSpPr>
          <p:nvPr/>
        </p:nvSpPr>
        <p:spPr bwMode="auto">
          <a:xfrm>
            <a:off x="2736850" y="4291949"/>
            <a:ext cx="155575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9 w 41"/>
              <a:gd name="T11" fmla="*/ 26 h 41"/>
              <a:gd name="T12" fmla="*/ 25 w 41"/>
              <a:gd name="T13" fmla="*/ 20 h 41"/>
              <a:gd name="T14" fmla="*/ 25 w 41"/>
              <a:gd name="T15" fmla="*/ 20 h 41"/>
              <a:gd name="T16" fmla="*/ 28 w 41"/>
              <a:gd name="T17" fmla="*/ 14 h 41"/>
              <a:gd name="T18" fmla="*/ 22 w 41"/>
              <a:gd name="T19" fmla="*/ 8 h 41"/>
              <a:gd name="T20" fmla="*/ 14 w 41"/>
              <a:gd name="T21" fmla="*/ 15 h 41"/>
              <a:gd name="T22" fmla="*/ 18 w 41"/>
              <a:gd name="T23" fmla="*/ 20 h 41"/>
              <a:gd name="T24" fmla="*/ 18 w 41"/>
              <a:gd name="T25" fmla="*/ 20 h 41"/>
              <a:gd name="T26" fmla="*/ 13 w 41"/>
              <a:gd name="T27" fmla="*/ 26 h 41"/>
              <a:gd name="T28" fmla="*/ 21 w 41"/>
              <a:gd name="T29" fmla="*/ 33 h 41"/>
              <a:gd name="T30" fmla="*/ 29 w 41"/>
              <a:gd name="T31" fmla="*/ 26 h 41"/>
              <a:gd name="T32" fmla="*/ 25 w 41"/>
              <a:gd name="T33" fmla="*/ 26 h 41"/>
              <a:gd name="T34" fmla="*/ 21 w 41"/>
              <a:gd name="T35" fmla="*/ 30 h 41"/>
              <a:gd name="T36" fmla="*/ 18 w 41"/>
              <a:gd name="T37" fmla="*/ 26 h 41"/>
              <a:gd name="T38" fmla="*/ 21 w 41"/>
              <a:gd name="T39" fmla="*/ 22 h 41"/>
              <a:gd name="T40" fmla="*/ 25 w 41"/>
              <a:gd name="T41" fmla="*/ 26 h 41"/>
              <a:gd name="T42" fmla="*/ 18 w 41"/>
              <a:gd name="T43" fmla="*/ 15 h 41"/>
              <a:gd name="T44" fmla="*/ 21 w 41"/>
              <a:gd name="T45" fmla="*/ 11 h 41"/>
              <a:gd name="T46" fmla="*/ 25 w 41"/>
              <a:gd name="T47" fmla="*/ 15 h 41"/>
              <a:gd name="T48" fmla="*/ 22 w 41"/>
              <a:gd name="T49" fmla="*/ 18 h 41"/>
              <a:gd name="T50" fmla="*/ 18 w 41"/>
              <a:gd name="T51" fmla="*/ 15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26"/>
                </a:moveTo>
                <a:cubicBezTo>
                  <a:pt x="29" y="23"/>
                  <a:pt x="28" y="21"/>
                  <a:pt x="25" y="20"/>
                </a:cubicBezTo>
                <a:cubicBezTo>
                  <a:pt x="25" y="20"/>
                  <a:pt x="25" y="20"/>
                  <a:pt x="25" y="20"/>
                </a:cubicBezTo>
                <a:cubicBezTo>
                  <a:pt x="28" y="18"/>
                  <a:pt x="28" y="16"/>
                  <a:pt x="28" y="14"/>
                </a:cubicBezTo>
                <a:cubicBezTo>
                  <a:pt x="28" y="11"/>
                  <a:pt x="26" y="8"/>
                  <a:pt x="22" y="8"/>
                </a:cubicBezTo>
                <a:cubicBezTo>
                  <a:pt x="17" y="8"/>
                  <a:pt x="14" y="11"/>
                  <a:pt x="14" y="15"/>
                </a:cubicBezTo>
                <a:cubicBezTo>
                  <a:pt x="14" y="17"/>
                  <a:pt x="15" y="19"/>
                  <a:pt x="18" y="20"/>
                </a:cubicBezTo>
                <a:cubicBezTo>
                  <a:pt x="18" y="20"/>
                  <a:pt x="18" y="20"/>
                  <a:pt x="18" y="20"/>
                </a:cubicBezTo>
                <a:cubicBezTo>
                  <a:pt x="15" y="21"/>
                  <a:pt x="13" y="24"/>
                  <a:pt x="13" y="26"/>
                </a:cubicBezTo>
                <a:cubicBezTo>
                  <a:pt x="13" y="30"/>
                  <a:pt x="16" y="33"/>
                  <a:pt x="21" y="33"/>
                </a:cubicBezTo>
                <a:cubicBezTo>
                  <a:pt x="26" y="33"/>
                  <a:pt x="29" y="30"/>
                  <a:pt x="29" y="26"/>
                </a:cubicBezTo>
                <a:close/>
                <a:moveTo>
                  <a:pt x="25" y="26"/>
                </a:moveTo>
                <a:cubicBezTo>
                  <a:pt x="25" y="28"/>
                  <a:pt x="24" y="30"/>
                  <a:pt x="21" y="30"/>
                </a:cubicBezTo>
                <a:cubicBezTo>
                  <a:pt x="19" y="30"/>
                  <a:pt x="18" y="28"/>
                  <a:pt x="18" y="26"/>
                </a:cubicBezTo>
                <a:cubicBezTo>
                  <a:pt x="18" y="24"/>
                  <a:pt x="19" y="22"/>
                  <a:pt x="21" y="22"/>
                </a:cubicBezTo>
                <a:cubicBezTo>
                  <a:pt x="23" y="23"/>
                  <a:pt x="25" y="24"/>
                  <a:pt x="25" y="26"/>
                </a:cubicBezTo>
                <a:close/>
                <a:moveTo>
                  <a:pt x="18" y="15"/>
                </a:moveTo>
                <a:cubicBezTo>
                  <a:pt x="18" y="13"/>
                  <a:pt x="19" y="11"/>
                  <a:pt x="21" y="11"/>
                </a:cubicBezTo>
                <a:cubicBezTo>
                  <a:pt x="24" y="11"/>
                  <a:pt x="25" y="13"/>
                  <a:pt x="25" y="15"/>
                </a:cubicBezTo>
                <a:cubicBezTo>
                  <a:pt x="25" y="17"/>
                  <a:pt x="23" y="18"/>
                  <a:pt x="22" y="18"/>
                </a:cubicBezTo>
                <a:cubicBezTo>
                  <a:pt x="20" y="18"/>
                  <a:pt x="18" y="17"/>
                  <a:pt x="18" y="15"/>
                </a:cubicBezTo>
                <a:close/>
              </a:path>
            </a:pathLst>
          </a:custGeom>
          <a:solidFill>
            <a:srgbClr val="D7717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70" name="Oval 118">
            <a:extLst>
              <a:ext uri="{FF2B5EF4-FFF2-40B4-BE49-F238E27FC236}">
                <a16:creationId xmlns:a16="http://schemas.microsoft.com/office/drawing/2014/main" id="{EE896FA6-847B-2563-A891-7B4C233B0BB4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73425" y="4284011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71" name="Freeform 119">
            <a:extLst>
              <a:ext uri="{FF2B5EF4-FFF2-40B4-BE49-F238E27FC236}">
                <a16:creationId xmlns:a16="http://schemas.microsoft.com/office/drawing/2014/main" id="{78BE4C4F-D07D-A79B-3CAF-7D4F03BCC698}"/>
              </a:ext>
            </a:extLst>
          </p:cNvPr>
          <p:cNvSpPr>
            <a:spLocks noEditPoints="1"/>
          </p:cNvSpPr>
          <p:nvPr/>
        </p:nvSpPr>
        <p:spPr bwMode="auto">
          <a:xfrm>
            <a:off x="3281363" y="4291949"/>
            <a:ext cx="153988" cy="165100"/>
          </a:xfrm>
          <a:custGeom>
            <a:avLst/>
            <a:gdLst>
              <a:gd name="T0" fmla="*/ 41 w 41"/>
              <a:gd name="T1" fmla="*/ 21 h 41"/>
              <a:gd name="T2" fmla="*/ 20 w 41"/>
              <a:gd name="T3" fmla="*/ 41 h 41"/>
              <a:gd name="T4" fmla="*/ 0 w 41"/>
              <a:gd name="T5" fmla="*/ 21 h 41"/>
              <a:gd name="T6" fmla="*/ 20 w 41"/>
              <a:gd name="T7" fmla="*/ 0 h 41"/>
              <a:gd name="T8" fmla="*/ 41 w 41"/>
              <a:gd name="T9" fmla="*/ 21 h 41"/>
              <a:gd name="T10" fmla="*/ 16 w 41"/>
              <a:gd name="T11" fmla="*/ 9 h 41"/>
              <a:gd name="T12" fmla="*/ 13 w 41"/>
              <a:gd name="T13" fmla="*/ 9 h 41"/>
              <a:gd name="T14" fmla="*/ 7 w 41"/>
              <a:gd name="T15" fmla="*/ 12 h 41"/>
              <a:gd name="T16" fmla="*/ 8 w 41"/>
              <a:gd name="T17" fmla="*/ 15 h 41"/>
              <a:gd name="T18" fmla="*/ 12 w 41"/>
              <a:gd name="T19" fmla="*/ 13 h 41"/>
              <a:gd name="T20" fmla="*/ 12 w 41"/>
              <a:gd name="T21" fmla="*/ 13 h 41"/>
              <a:gd name="T22" fmla="*/ 12 w 41"/>
              <a:gd name="T23" fmla="*/ 32 h 41"/>
              <a:gd name="T24" fmla="*/ 16 w 41"/>
              <a:gd name="T25" fmla="*/ 32 h 41"/>
              <a:gd name="T26" fmla="*/ 16 w 41"/>
              <a:gd name="T27" fmla="*/ 9 h 41"/>
              <a:gd name="T28" fmla="*/ 35 w 41"/>
              <a:gd name="T29" fmla="*/ 21 h 41"/>
              <a:gd name="T30" fmla="*/ 27 w 41"/>
              <a:gd name="T31" fmla="*/ 9 h 41"/>
              <a:gd name="T32" fmla="*/ 19 w 41"/>
              <a:gd name="T33" fmla="*/ 21 h 41"/>
              <a:gd name="T34" fmla="*/ 27 w 41"/>
              <a:gd name="T35" fmla="*/ 33 h 41"/>
              <a:gd name="T36" fmla="*/ 35 w 41"/>
              <a:gd name="T37" fmla="*/ 21 h 41"/>
              <a:gd name="T38" fmla="*/ 31 w 41"/>
              <a:gd name="T39" fmla="*/ 21 h 41"/>
              <a:gd name="T40" fmla="*/ 27 w 41"/>
              <a:gd name="T41" fmla="*/ 29 h 41"/>
              <a:gd name="T42" fmla="*/ 23 w 41"/>
              <a:gd name="T43" fmla="*/ 21 h 41"/>
              <a:gd name="T44" fmla="*/ 27 w 41"/>
              <a:gd name="T45" fmla="*/ 12 h 41"/>
              <a:gd name="T46" fmla="*/ 31 w 41"/>
              <a:gd name="T47" fmla="*/ 21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0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0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16" y="9"/>
                </a:moveTo>
                <a:cubicBezTo>
                  <a:pt x="13" y="9"/>
                  <a:pt x="13" y="9"/>
                  <a:pt x="13" y="9"/>
                </a:cubicBezTo>
                <a:cubicBezTo>
                  <a:pt x="7" y="12"/>
                  <a:pt x="7" y="12"/>
                  <a:pt x="7" y="12"/>
                </a:cubicBezTo>
                <a:cubicBezTo>
                  <a:pt x="8" y="15"/>
                  <a:pt x="8" y="15"/>
                  <a:pt x="8" y="15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32"/>
                  <a:pt x="12" y="32"/>
                  <a:pt x="12" y="32"/>
                </a:cubicBezTo>
                <a:cubicBezTo>
                  <a:pt x="16" y="32"/>
                  <a:pt x="16" y="32"/>
                  <a:pt x="16" y="32"/>
                </a:cubicBezTo>
                <a:lnTo>
                  <a:pt x="16" y="9"/>
                </a:lnTo>
                <a:close/>
                <a:moveTo>
                  <a:pt x="35" y="21"/>
                </a:moveTo>
                <a:cubicBezTo>
                  <a:pt x="35" y="14"/>
                  <a:pt x="32" y="9"/>
                  <a:pt x="27" y="9"/>
                </a:cubicBezTo>
                <a:cubicBezTo>
                  <a:pt x="22" y="9"/>
                  <a:pt x="19" y="14"/>
                  <a:pt x="19" y="21"/>
                </a:cubicBezTo>
                <a:cubicBezTo>
                  <a:pt x="20" y="28"/>
                  <a:pt x="22" y="33"/>
                  <a:pt x="27" y="33"/>
                </a:cubicBezTo>
                <a:cubicBezTo>
                  <a:pt x="32" y="33"/>
                  <a:pt x="35" y="28"/>
                  <a:pt x="35" y="21"/>
                </a:cubicBezTo>
                <a:close/>
                <a:moveTo>
                  <a:pt x="31" y="21"/>
                </a:moveTo>
                <a:cubicBezTo>
                  <a:pt x="31" y="26"/>
                  <a:pt x="29" y="29"/>
                  <a:pt x="27" y="29"/>
                </a:cubicBezTo>
                <a:cubicBezTo>
                  <a:pt x="25" y="29"/>
                  <a:pt x="23" y="26"/>
                  <a:pt x="23" y="21"/>
                </a:cubicBezTo>
                <a:cubicBezTo>
                  <a:pt x="23" y="15"/>
                  <a:pt x="25" y="12"/>
                  <a:pt x="27" y="12"/>
                </a:cubicBezTo>
                <a:cubicBezTo>
                  <a:pt x="29" y="12"/>
                  <a:pt x="31" y="15"/>
                  <a:pt x="31" y="21"/>
                </a:cubicBezTo>
                <a:close/>
              </a:path>
            </a:pathLst>
          </a:custGeom>
          <a:solidFill>
            <a:srgbClr val="D7717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72" name="Oval 120">
            <a:extLst>
              <a:ext uri="{FF2B5EF4-FFF2-40B4-BE49-F238E27FC236}">
                <a16:creationId xmlns:a16="http://schemas.microsoft.com/office/drawing/2014/main" id="{689C5BF9-830D-7594-28BD-D5B7A8242F8A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33775" y="4284011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73" name="Freeform 121">
            <a:extLst>
              <a:ext uri="{FF2B5EF4-FFF2-40B4-BE49-F238E27FC236}">
                <a16:creationId xmlns:a16="http://schemas.microsoft.com/office/drawing/2014/main" id="{64DCB510-6125-E663-7FC2-419CE1239CD1}"/>
              </a:ext>
            </a:extLst>
          </p:cNvPr>
          <p:cNvSpPr>
            <a:spLocks noEditPoints="1"/>
          </p:cNvSpPr>
          <p:nvPr/>
        </p:nvSpPr>
        <p:spPr bwMode="auto">
          <a:xfrm>
            <a:off x="3541713" y="4291949"/>
            <a:ext cx="153988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16 w 41"/>
              <a:gd name="T11" fmla="*/ 9 h 41"/>
              <a:gd name="T12" fmla="*/ 13 w 41"/>
              <a:gd name="T13" fmla="*/ 9 h 41"/>
              <a:gd name="T14" fmla="*/ 8 w 41"/>
              <a:gd name="T15" fmla="*/ 12 h 41"/>
              <a:gd name="T16" fmla="*/ 8 w 41"/>
              <a:gd name="T17" fmla="*/ 15 h 41"/>
              <a:gd name="T18" fmla="*/ 12 w 41"/>
              <a:gd name="T19" fmla="*/ 13 h 41"/>
              <a:gd name="T20" fmla="*/ 12 w 41"/>
              <a:gd name="T21" fmla="*/ 13 h 41"/>
              <a:gd name="T22" fmla="*/ 12 w 41"/>
              <a:gd name="T23" fmla="*/ 32 h 41"/>
              <a:gd name="T24" fmla="*/ 16 w 41"/>
              <a:gd name="T25" fmla="*/ 32 h 41"/>
              <a:gd name="T26" fmla="*/ 16 w 41"/>
              <a:gd name="T27" fmla="*/ 9 h 41"/>
              <a:gd name="T28" fmla="*/ 30 w 41"/>
              <a:gd name="T29" fmla="*/ 9 h 41"/>
              <a:gd name="T30" fmla="*/ 27 w 41"/>
              <a:gd name="T31" fmla="*/ 9 h 41"/>
              <a:gd name="T32" fmla="*/ 22 w 41"/>
              <a:gd name="T33" fmla="*/ 12 h 41"/>
              <a:gd name="T34" fmla="*/ 22 w 41"/>
              <a:gd name="T35" fmla="*/ 15 h 41"/>
              <a:gd name="T36" fmla="*/ 26 w 41"/>
              <a:gd name="T37" fmla="*/ 13 h 41"/>
              <a:gd name="T38" fmla="*/ 26 w 41"/>
              <a:gd name="T39" fmla="*/ 13 h 41"/>
              <a:gd name="T40" fmla="*/ 26 w 41"/>
              <a:gd name="T41" fmla="*/ 32 h 41"/>
              <a:gd name="T42" fmla="*/ 30 w 41"/>
              <a:gd name="T43" fmla="*/ 32 h 41"/>
              <a:gd name="T44" fmla="*/ 30 w 41"/>
              <a:gd name="T45" fmla="*/ 9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16" y="9"/>
                </a:moveTo>
                <a:cubicBezTo>
                  <a:pt x="13" y="9"/>
                  <a:pt x="13" y="9"/>
                  <a:pt x="13" y="9"/>
                </a:cubicBezTo>
                <a:cubicBezTo>
                  <a:pt x="8" y="12"/>
                  <a:pt x="8" y="12"/>
                  <a:pt x="8" y="12"/>
                </a:cubicBezTo>
                <a:cubicBezTo>
                  <a:pt x="8" y="15"/>
                  <a:pt x="8" y="15"/>
                  <a:pt x="8" y="15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32"/>
                  <a:pt x="12" y="32"/>
                  <a:pt x="12" y="32"/>
                </a:cubicBezTo>
                <a:cubicBezTo>
                  <a:pt x="16" y="32"/>
                  <a:pt x="16" y="32"/>
                  <a:pt x="16" y="32"/>
                </a:cubicBezTo>
                <a:lnTo>
                  <a:pt x="16" y="9"/>
                </a:lnTo>
                <a:close/>
                <a:moveTo>
                  <a:pt x="30" y="9"/>
                </a:moveTo>
                <a:cubicBezTo>
                  <a:pt x="27" y="9"/>
                  <a:pt x="27" y="9"/>
                  <a:pt x="27" y="9"/>
                </a:cubicBezTo>
                <a:cubicBezTo>
                  <a:pt x="22" y="12"/>
                  <a:pt x="22" y="12"/>
                  <a:pt x="22" y="12"/>
                </a:cubicBezTo>
                <a:cubicBezTo>
                  <a:pt x="22" y="15"/>
                  <a:pt x="22" y="15"/>
                  <a:pt x="22" y="15"/>
                </a:cubicBezTo>
                <a:cubicBezTo>
                  <a:pt x="26" y="13"/>
                  <a:pt x="26" y="13"/>
                  <a:pt x="26" y="13"/>
                </a:cubicBezTo>
                <a:cubicBezTo>
                  <a:pt x="26" y="13"/>
                  <a:pt x="26" y="13"/>
                  <a:pt x="26" y="13"/>
                </a:cubicBezTo>
                <a:cubicBezTo>
                  <a:pt x="26" y="32"/>
                  <a:pt x="26" y="32"/>
                  <a:pt x="26" y="32"/>
                </a:cubicBezTo>
                <a:cubicBezTo>
                  <a:pt x="30" y="32"/>
                  <a:pt x="30" y="32"/>
                  <a:pt x="30" y="32"/>
                </a:cubicBezTo>
                <a:lnTo>
                  <a:pt x="30" y="9"/>
                </a:lnTo>
                <a:close/>
              </a:path>
            </a:pathLst>
          </a:custGeom>
          <a:solidFill>
            <a:srgbClr val="D7717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74" name="Oval 122">
            <a:extLst>
              <a:ext uri="{FF2B5EF4-FFF2-40B4-BE49-F238E27FC236}">
                <a16:creationId xmlns:a16="http://schemas.microsoft.com/office/drawing/2014/main" id="{6331BDDE-2865-62C4-3445-D8EEC8C0D54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27463" y="4284011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75" name="Freeform 123">
            <a:extLst>
              <a:ext uri="{FF2B5EF4-FFF2-40B4-BE49-F238E27FC236}">
                <a16:creationId xmlns:a16="http://schemas.microsoft.com/office/drawing/2014/main" id="{C3AC19D4-3484-D360-F532-2EF446A7EA68}"/>
              </a:ext>
            </a:extLst>
          </p:cNvPr>
          <p:cNvSpPr>
            <a:spLocks noEditPoints="1"/>
          </p:cNvSpPr>
          <p:nvPr/>
        </p:nvSpPr>
        <p:spPr bwMode="auto">
          <a:xfrm>
            <a:off x="3835400" y="4291949"/>
            <a:ext cx="155575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16 w 41"/>
              <a:gd name="T11" fmla="*/ 9 h 41"/>
              <a:gd name="T12" fmla="*/ 13 w 41"/>
              <a:gd name="T13" fmla="*/ 9 h 41"/>
              <a:gd name="T14" fmla="*/ 8 w 41"/>
              <a:gd name="T15" fmla="*/ 12 h 41"/>
              <a:gd name="T16" fmla="*/ 9 w 41"/>
              <a:gd name="T17" fmla="*/ 15 h 41"/>
              <a:gd name="T18" fmla="*/ 12 w 41"/>
              <a:gd name="T19" fmla="*/ 13 h 41"/>
              <a:gd name="T20" fmla="*/ 12 w 41"/>
              <a:gd name="T21" fmla="*/ 13 h 41"/>
              <a:gd name="T22" fmla="*/ 12 w 41"/>
              <a:gd name="T23" fmla="*/ 32 h 41"/>
              <a:gd name="T24" fmla="*/ 16 w 41"/>
              <a:gd name="T25" fmla="*/ 32 h 41"/>
              <a:gd name="T26" fmla="*/ 16 w 41"/>
              <a:gd name="T27" fmla="*/ 9 h 41"/>
              <a:gd name="T28" fmla="*/ 34 w 41"/>
              <a:gd name="T29" fmla="*/ 29 h 41"/>
              <a:gd name="T30" fmla="*/ 26 w 41"/>
              <a:gd name="T31" fmla="*/ 29 h 41"/>
              <a:gd name="T32" fmla="*/ 26 w 41"/>
              <a:gd name="T33" fmla="*/ 29 h 41"/>
              <a:gd name="T34" fmla="*/ 28 w 41"/>
              <a:gd name="T35" fmla="*/ 27 h 41"/>
              <a:gd name="T36" fmla="*/ 34 w 41"/>
              <a:gd name="T37" fmla="*/ 16 h 41"/>
              <a:gd name="T38" fmla="*/ 27 w 41"/>
              <a:gd name="T39" fmla="*/ 9 h 41"/>
              <a:gd name="T40" fmla="*/ 21 w 41"/>
              <a:gd name="T41" fmla="*/ 11 h 41"/>
              <a:gd name="T42" fmla="*/ 22 w 41"/>
              <a:gd name="T43" fmla="*/ 14 h 41"/>
              <a:gd name="T44" fmla="*/ 26 w 41"/>
              <a:gd name="T45" fmla="*/ 12 h 41"/>
              <a:gd name="T46" fmla="*/ 30 w 41"/>
              <a:gd name="T47" fmla="*/ 16 h 41"/>
              <a:gd name="T48" fmla="*/ 23 w 41"/>
              <a:gd name="T49" fmla="*/ 27 h 41"/>
              <a:gd name="T50" fmla="*/ 20 w 41"/>
              <a:gd name="T51" fmla="*/ 30 h 41"/>
              <a:gd name="T52" fmla="*/ 20 w 41"/>
              <a:gd name="T53" fmla="*/ 32 h 41"/>
              <a:gd name="T54" fmla="*/ 34 w 41"/>
              <a:gd name="T55" fmla="*/ 32 h 41"/>
              <a:gd name="T56" fmla="*/ 34 w 41"/>
              <a:gd name="T57" fmla="*/ 29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16" y="9"/>
                </a:moveTo>
                <a:cubicBezTo>
                  <a:pt x="13" y="9"/>
                  <a:pt x="13" y="9"/>
                  <a:pt x="13" y="9"/>
                </a:cubicBezTo>
                <a:cubicBezTo>
                  <a:pt x="8" y="12"/>
                  <a:pt x="8" y="12"/>
                  <a:pt x="8" y="12"/>
                </a:cubicBezTo>
                <a:cubicBezTo>
                  <a:pt x="9" y="15"/>
                  <a:pt x="9" y="15"/>
                  <a:pt x="9" y="15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32"/>
                  <a:pt x="12" y="32"/>
                  <a:pt x="12" y="32"/>
                </a:cubicBezTo>
                <a:cubicBezTo>
                  <a:pt x="16" y="32"/>
                  <a:pt x="16" y="32"/>
                  <a:pt x="16" y="32"/>
                </a:cubicBezTo>
                <a:lnTo>
                  <a:pt x="16" y="9"/>
                </a:lnTo>
                <a:close/>
                <a:moveTo>
                  <a:pt x="34" y="29"/>
                </a:moveTo>
                <a:cubicBezTo>
                  <a:pt x="26" y="29"/>
                  <a:pt x="26" y="29"/>
                  <a:pt x="26" y="29"/>
                </a:cubicBezTo>
                <a:cubicBezTo>
                  <a:pt x="26" y="29"/>
                  <a:pt x="26" y="29"/>
                  <a:pt x="26" y="29"/>
                </a:cubicBezTo>
                <a:cubicBezTo>
                  <a:pt x="28" y="27"/>
                  <a:pt x="28" y="27"/>
                  <a:pt x="28" y="27"/>
                </a:cubicBezTo>
                <a:cubicBezTo>
                  <a:pt x="31" y="23"/>
                  <a:pt x="34" y="20"/>
                  <a:pt x="34" y="16"/>
                </a:cubicBezTo>
                <a:cubicBezTo>
                  <a:pt x="34" y="12"/>
                  <a:pt x="32" y="9"/>
                  <a:pt x="27" y="9"/>
                </a:cubicBezTo>
                <a:cubicBezTo>
                  <a:pt x="24" y="9"/>
                  <a:pt x="22" y="10"/>
                  <a:pt x="21" y="11"/>
                </a:cubicBezTo>
                <a:cubicBezTo>
                  <a:pt x="22" y="14"/>
                  <a:pt x="22" y="14"/>
                  <a:pt x="22" y="14"/>
                </a:cubicBezTo>
                <a:cubicBezTo>
                  <a:pt x="23" y="13"/>
                  <a:pt x="24" y="12"/>
                  <a:pt x="26" y="12"/>
                </a:cubicBezTo>
                <a:cubicBezTo>
                  <a:pt x="29" y="12"/>
                  <a:pt x="30" y="14"/>
                  <a:pt x="30" y="16"/>
                </a:cubicBezTo>
                <a:cubicBezTo>
                  <a:pt x="30" y="19"/>
                  <a:pt x="28" y="22"/>
                  <a:pt x="23" y="27"/>
                </a:cubicBezTo>
                <a:cubicBezTo>
                  <a:pt x="20" y="30"/>
                  <a:pt x="20" y="30"/>
                  <a:pt x="20" y="30"/>
                </a:cubicBezTo>
                <a:cubicBezTo>
                  <a:pt x="20" y="32"/>
                  <a:pt x="20" y="32"/>
                  <a:pt x="20" y="32"/>
                </a:cubicBezTo>
                <a:cubicBezTo>
                  <a:pt x="34" y="32"/>
                  <a:pt x="34" y="32"/>
                  <a:pt x="34" y="32"/>
                </a:cubicBezTo>
                <a:lnTo>
                  <a:pt x="34" y="29"/>
                </a:lnTo>
                <a:close/>
              </a:path>
            </a:pathLst>
          </a:custGeom>
          <a:solidFill>
            <a:srgbClr val="D7717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76" name="Oval 124">
            <a:extLst>
              <a:ext uri="{FF2B5EF4-FFF2-40B4-BE49-F238E27FC236}">
                <a16:creationId xmlns:a16="http://schemas.microsoft.com/office/drawing/2014/main" id="{F3E1163A-5EDF-7D5A-5996-CBBA7DFBEB6D}"/>
              </a:ext>
            </a:extLst>
          </p:cNvPr>
          <p:cNvSpPr>
            <a:spLocks noChangeArrowheads="1"/>
          </p:cNvSpPr>
          <p:nvPr/>
        </p:nvSpPr>
        <p:spPr bwMode="auto">
          <a:xfrm>
            <a:off x="4100513" y="4284011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77" name="Freeform 125">
            <a:extLst>
              <a:ext uri="{FF2B5EF4-FFF2-40B4-BE49-F238E27FC236}">
                <a16:creationId xmlns:a16="http://schemas.microsoft.com/office/drawing/2014/main" id="{E740754B-6B43-4B24-86FA-FA17ADDDCD76}"/>
              </a:ext>
            </a:extLst>
          </p:cNvPr>
          <p:cNvSpPr>
            <a:spLocks noEditPoints="1"/>
          </p:cNvSpPr>
          <p:nvPr/>
        </p:nvSpPr>
        <p:spPr bwMode="auto">
          <a:xfrm>
            <a:off x="4106863" y="4291949"/>
            <a:ext cx="155575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16 w 41"/>
              <a:gd name="T11" fmla="*/ 9 h 41"/>
              <a:gd name="T12" fmla="*/ 13 w 41"/>
              <a:gd name="T13" fmla="*/ 9 h 41"/>
              <a:gd name="T14" fmla="*/ 8 w 41"/>
              <a:gd name="T15" fmla="*/ 12 h 41"/>
              <a:gd name="T16" fmla="*/ 8 w 41"/>
              <a:gd name="T17" fmla="*/ 15 h 41"/>
              <a:gd name="T18" fmla="*/ 12 w 41"/>
              <a:gd name="T19" fmla="*/ 13 h 41"/>
              <a:gd name="T20" fmla="*/ 12 w 41"/>
              <a:gd name="T21" fmla="*/ 13 h 41"/>
              <a:gd name="T22" fmla="*/ 12 w 41"/>
              <a:gd name="T23" fmla="*/ 32 h 41"/>
              <a:gd name="T24" fmla="*/ 16 w 41"/>
              <a:gd name="T25" fmla="*/ 32 h 41"/>
              <a:gd name="T26" fmla="*/ 16 w 41"/>
              <a:gd name="T27" fmla="*/ 9 h 41"/>
              <a:gd name="T28" fmla="*/ 34 w 41"/>
              <a:gd name="T29" fmla="*/ 26 h 41"/>
              <a:gd name="T30" fmla="*/ 29 w 41"/>
              <a:gd name="T31" fmla="*/ 20 h 41"/>
              <a:gd name="T32" fmla="*/ 29 w 41"/>
              <a:gd name="T33" fmla="*/ 20 h 41"/>
              <a:gd name="T34" fmla="*/ 33 w 41"/>
              <a:gd name="T35" fmla="*/ 15 h 41"/>
              <a:gd name="T36" fmla="*/ 27 w 41"/>
              <a:gd name="T37" fmla="*/ 9 h 41"/>
              <a:gd name="T38" fmla="*/ 21 w 41"/>
              <a:gd name="T39" fmla="*/ 11 h 41"/>
              <a:gd name="T40" fmla="*/ 22 w 41"/>
              <a:gd name="T41" fmla="*/ 14 h 41"/>
              <a:gd name="T42" fmla="*/ 26 w 41"/>
              <a:gd name="T43" fmla="*/ 12 h 41"/>
              <a:gd name="T44" fmla="*/ 29 w 41"/>
              <a:gd name="T45" fmla="*/ 15 h 41"/>
              <a:gd name="T46" fmla="*/ 25 w 41"/>
              <a:gd name="T47" fmla="*/ 18 h 41"/>
              <a:gd name="T48" fmla="*/ 23 w 41"/>
              <a:gd name="T49" fmla="*/ 18 h 41"/>
              <a:gd name="T50" fmla="*/ 23 w 41"/>
              <a:gd name="T51" fmla="*/ 22 h 41"/>
              <a:gd name="T52" fmla="*/ 25 w 41"/>
              <a:gd name="T53" fmla="*/ 22 h 41"/>
              <a:gd name="T54" fmla="*/ 30 w 41"/>
              <a:gd name="T55" fmla="*/ 25 h 41"/>
              <a:gd name="T56" fmla="*/ 26 w 41"/>
              <a:gd name="T57" fmla="*/ 29 h 41"/>
              <a:gd name="T58" fmla="*/ 21 w 41"/>
              <a:gd name="T59" fmla="*/ 28 h 41"/>
              <a:gd name="T60" fmla="*/ 20 w 41"/>
              <a:gd name="T61" fmla="*/ 31 h 41"/>
              <a:gd name="T62" fmla="*/ 26 w 41"/>
              <a:gd name="T63" fmla="*/ 33 h 41"/>
              <a:gd name="T64" fmla="*/ 34 w 41"/>
              <a:gd name="T65" fmla="*/ 26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16" y="9"/>
                </a:moveTo>
                <a:cubicBezTo>
                  <a:pt x="13" y="9"/>
                  <a:pt x="13" y="9"/>
                  <a:pt x="13" y="9"/>
                </a:cubicBezTo>
                <a:cubicBezTo>
                  <a:pt x="8" y="12"/>
                  <a:pt x="8" y="12"/>
                  <a:pt x="8" y="12"/>
                </a:cubicBezTo>
                <a:cubicBezTo>
                  <a:pt x="8" y="15"/>
                  <a:pt x="8" y="15"/>
                  <a:pt x="8" y="15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32"/>
                  <a:pt x="12" y="32"/>
                  <a:pt x="12" y="32"/>
                </a:cubicBezTo>
                <a:cubicBezTo>
                  <a:pt x="16" y="32"/>
                  <a:pt x="16" y="32"/>
                  <a:pt x="16" y="32"/>
                </a:cubicBezTo>
                <a:lnTo>
                  <a:pt x="16" y="9"/>
                </a:lnTo>
                <a:close/>
                <a:moveTo>
                  <a:pt x="34" y="26"/>
                </a:moveTo>
                <a:cubicBezTo>
                  <a:pt x="34" y="23"/>
                  <a:pt x="32" y="20"/>
                  <a:pt x="29" y="20"/>
                </a:cubicBezTo>
                <a:cubicBezTo>
                  <a:pt x="29" y="20"/>
                  <a:pt x="29" y="20"/>
                  <a:pt x="29" y="20"/>
                </a:cubicBezTo>
                <a:cubicBezTo>
                  <a:pt x="32" y="19"/>
                  <a:pt x="33" y="17"/>
                  <a:pt x="33" y="15"/>
                </a:cubicBezTo>
                <a:cubicBezTo>
                  <a:pt x="33" y="12"/>
                  <a:pt x="31" y="9"/>
                  <a:pt x="27" y="9"/>
                </a:cubicBezTo>
                <a:cubicBezTo>
                  <a:pt x="24" y="9"/>
                  <a:pt x="22" y="10"/>
                  <a:pt x="21" y="11"/>
                </a:cubicBezTo>
                <a:cubicBezTo>
                  <a:pt x="22" y="14"/>
                  <a:pt x="22" y="14"/>
                  <a:pt x="22" y="14"/>
                </a:cubicBezTo>
                <a:cubicBezTo>
                  <a:pt x="23" y="13"/>
                  <a:pt x="24" y="12"/>
                  <a:pt x="26" y="12"/>
                </a:cubicBezTo>
                <a:cubicBezTo>
                  <a:pt x="28" y="12"/>
                  <a:pt x="29" y="14"/>
                  <a:pt x="29" y="15"/>
                </a:cubicBezTo>
                <a:cubicBezTo>
                  <a:pt x="29" y="18"/>
                  <a:pt x="27" y="18"/>
                  <a:pt x="25" y="18"/>
                </a:cubicBezTo>
                <a:cubicBezTo>
                  <a:pt x="23" y="18"/>
                  <a:pt x="23" y="18"/>
                  <a:pt x="23" y="18"/>
                </a:cubicBezTo>
                <a:cubicBezTo>
                  <a:pt x="23" y="22"/>
                  <a:pt x="23" y="22"/>
                  <a:pt x="23" y="22"/>
                </a:cubicBezTo>
                <a:cubicBezTo>
                  <a:pt x="25" y="22"/>
                  <a:pt x="25" y="22"/>
                  <a:pt x="25" y="22"/>
                </a:cubicBezTo>
                <a:cubicBezTo>
                  <a:pt x="28" y="22"/>
                  <a:pt x="30" y="23"/>
                  <a:pt x="30" y="25"/>
                </a:cubicBezTo>
                <a:cubicBezTo>
                  <a:pt x="30" y="27"/>
                  <a:pt x="29" y="29"/>
                  <a:pt x="26" y="29"/>
                </a:cubicBezTo>
                <a:cubicBezTo>
                  <a:pt x="24" y="29"/>
                  <a:pt x="22" y="28"/>
                  <a:pt x="21" y="28"/>
                </a:cubicBezTo>
                <a:cubicBezTo>
                  <a:pt x="20" y="31"/>
                  <a:pt x="20" y="31"/>
                  <a:pt x="20" y="31"/>
                </a:cubicBezTo>
                <a:cubicBezTo>
                  <a:pt x="21" y="32"/>
                  <a:pt x="23" y="33"/>
                  <a:pt x="26" y="33"/>
                </a:cubicBezTo>
                <a:cubicBezTo>
                  <a:pt x="31" y="33"/>
                  <a:pt x="34" y="30"/>
                  <a:pt x="34" y="26"/>
                </a:cubicBezTo>
                <a:close/>
              </a:path>
            </a:pathLst>
          </a:custGeom>
          <a:solidFill>
            <a:srgbClr val="D7717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179" name="그림 178">
            <a:extLst>
              <a:ext uri="{FF2B5EF4-FFF2-40B4-BE49-F238E27FC236}">
                <a16:creationId xmlns:a16="http://schemas.microsoft.com/office/drawing/2014/main" id="{3DB0A87D-0870-6403-F454-D02AC9CB3E98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058110" y="4267569"/>
            <a:ext cx="180622" cy="2144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7687080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FA2775-0562-2BF7-332C-3587E15883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제목 40">
            <a:extLst>
              <a:ext uri="{FF2B5EF4-FFF2-40B4-BE49-F238E27FC236}">
                <a16:creationId xmlns:a16="http://schemas.microsoft.com/office/drawing/2014/main" id="{1C2630F6-5F9C-A04E-0C46-FEB07C619F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스크린 캡쳐 이미지 그래픽 요소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A5541A3D-4F2E-2251-331A-AD08DD411823}"/>
              </a:ext>
            </a:extLst>
          </p:cNvPr>
          <p:cNvSpPr txBox="1"/>
          <p:nvPr/>
        </p:nvSpPr>
        <p:spPr>
          <a:xfrm>
            <a:off x="846138" y="1184598"/>
            <a:ext cx="2238375" cy="1692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1100" b="1" dirty="0" err="1"/>
              <a:t>자동차데이터포털</a:t>
            </a:r>
            <a:endParaRPr lang="ko-KR" altLang="en-US" sz="1100" b="1" dirty="0"/>
          </a:p>
        </p:txBody>
      </p:sp>
      <p:sp>
        <p:nvSpPr>
          <p:cNvPr id="146" name="TextBox 145">
            <a:extLst>
              <a:ext uri="{FF2B5EF4-FFF2-40B4-BE49-F238E27FC236}">
                <a16:creationId xmlns:a16="http://schemas.microsoft.com/office/drawing/2014/main" id="{6D57CA94-E0A6-E329-EABF-257663230F51}"/>
              </a:ext>
            </a:extLst>
          </p:cNvPr>
          <p:cNvSpPr txBox="1"/>
          <p:nvPr/>
        </p:nvSpPr>
        <p:spPr>
          <a:xfrm>
            <a:off x="6570663" y="1184598"/>
            <a:ext cx="2238375" cy="1692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1100" b="1" dirty="0" err="1"/>
              <a:t>자동차산업클라우드</a:t>
            </a:r>
            <a:endParaRPr lang="ko-KR" altLang="en-US" sz="1100" b="1" dirty="0"/>
          </a:p>
        </p:txBody>
      </p:sp>
      <p:sp>
        <p:nvSpPr>
          <p:cNvPr id="6" name="Freeform 5">
            <a:extLst>
              <a:ext uri="{FF2B5EF4-FFF2-40B4-BE49-F238E27FC236}">
                <a16:creationId xmlns:a16="http://schemas.microsoft.com/office/drawing/2014/main" id="{C2662358-87FC-3048-83AB-B2198FCC869D}"/>
              </a:ext>
            </a:extLst>
          </p:cNvPr>
          <p:cNvSpPr>
            <a:spLocks/>
          </p:cNvSpPr>
          <p:nvPr/>
        </p:nvSpPr>
        <p:spPr bwMode="auto">
          <a:xfrm>
            <a:off x="846138" y="1498600"/>
            <a:ext cx="5003800" cy="427038"/>
          </a:xfrm>
          <a:custGeom>
            <a:avLst/>
            <a:gdLst>
              <a:gd name="T0" fmla="*/ 1327 w 1327"/>
              <a:gd name="T1" fmla="*/ 102 h 113"/>
              <a:gd name="T2" fmla="*/ 1315 w 1327"/>
              <a:gd name="T3" fmla="*/ 113 h 113"/>
              <a:gd name="T4" fmla="*/ 11 w 1327"/>
              <a:gd name="T5" fmla="*/ 113 h 113"/>
              <a:gd name="T6" fmla="*/ 0 w 1327"/>
              <a:gd name="T7" fmla="*/ 102 h 113"/>
              <a:gd name="T8" fmla="*/ 0 w 1327"/>
              <a:gd name="T9" fmla="*/ 11 h 113"/>
              <a:gd name="T10" fmla="*/ 11 w 1327"/>
              <a:gd name="T11" fmla="*/ 0 h 113"/>
              <a:gd name="T12" fmla="*/ 1315 w 1327"/>
              <a:gd name="T13" fmla="*/ 0 h 113"/>
              <a:gd name="T14" fmla="*/ 1327 w 1327"/>
              <a:gd name="T15" fmla="*/ 11 h 113"/>
              <a:gd name="T16" fmla="*/ 1327 w 1327"/>
              <a:gd name="T17" fmla="*/ 102 h 113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1327" h="113">
                <a:moveTo>
                  <a:pt x="1327" y="102"/>
                </a:moveTo>
                <a:cubicBezTo>
                  <a:pt x="1327" y="108"/>
                  <a:pt x="1322" y="113"/>
                  <a:pt x="1315" y="113"/>
                </a:cubicBezTo>
                <a:cubicBezTo>
                  <a:pt x="11" y="113"/>
                  <a:pt x="11" y="113"/>
                  <a:pt x="11" y="113"/>
                </a:cubicBezTo>
                <a:cubicBezTo>
                  <a:pt x="5" y="113"/>
                  <a:pt x="0" y="108"/>
                  <a:pt x="0" y="102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1315" y="0"/>
                  <a:pt x="1315" y="0"/>
                  <a:pt x="1315" y="0"/>
                </a:cubicBezTo>
                <a:cubicBezTo>
                  <a:pt x="1322" y="0"/>
                  <a:pt x="1327" y="5"/>
                  <a:pt x="1327" y="11"/>
                </a:cubicBezTo>
                <a:lnTo>
                  <a:pt x="1327" y="102"/>
                </a:lnTo>
                <a:close/>
              </a:path>
            </a:pathLst>
          </a:custGeom>
          <a:noFill/>
          <a:ln w="11113" cap="flat">
            <a:solidFill>
              <a:srgbClr val="4192C8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7" name="Freeform 6">
            <a:extLst>
              <a:ext uri="{FF2B5EF4-FFF2-40B4-BE49-F238E27FC236}">
                <a16:creationId xmlns:a16="http://schemas.microsoft.com/office/drawing/2014/main" id="{2520A5E4-6113-CA77-A6BB-39F35D4604CF}"/>
              </a:ext>
            </a:extLst>
          </p:cNvPr>
          <p:cNvSpPr>
            <a:spLocks/>
          </p:cNvSpPr>
          <p:nvPr/>
        </p:nvSpPr>
        <p:spPr bwMode="auto">
          <a:xfrm>
            <a:off x="846138" y="2073275"/>
            <a:ext cx="5003800" cy="214313"/>
          </a:xfrm>
          <a:custGeom>
            <a:avLst/>
            <a:gdLst>
              <a:gd name="T0" fmla="*/ 1327 w 1327"/>
              <a:gd name="T1" fmla="*/ 45 h 57"/>
              <a:gd name="T2" fmla="*/ 1315 w 1327"/>
              <a:gd name="T3" fmla="*/ 57 h 57"/>
              <a:gd name="T4" fmla="*/ 11 w 1327"/>
              <a:gd name="T5" fmla="*/ 57 h 57"/>
              <a:gd name="T6" fmla="*/ 0 w 1327"/>
              <a:gd name="T7" fmla="*/ 45 h 57"/>
              <a:gd name="T8" fmla="*/ 0 w 1327"/>
              <a:gd name="T9" fmla="*/ 11 h 57"/>
              <a:gd name="T10" fmla="*/ 11 w 1327"/>
              <a:gd name="T11" fmla="*/ 0 h 57"/>
              <a:gd name="T12" fmla="*/ 1315 w 1327"/>
              <a:gd name="T13" fmla="*/ 0 h 57"/>
              <a:gd name="T14" fmla="*/ 1327 w 1327"/>
              <a:gd name="T15" fmla="*/ 11 h 57"/>
              <a:gd name="T16" fmla="*/ 1327 w 1327"/>
              <a:gd name="T17" fmla="*/ 45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1327" h="57">
                <a:moveTo>
                  <a:pt x="1327" y="45"/>
                </a:moveTo>
                <a:cubicBezTo>
                  <a:pt x="1327" y="52"/>
                  <a:pt x="1322" y="57"/>
                  <a:pt x="1315" y="57"/>
                </a:cubicBezTo>
                <a:cubicBezTo>
                  <a:pt x="11" y="57"/>
                  <a:pt x="11" y="57"/>
                  <a:pt x="11" y="57"/>
                </a:cubicBezTo>
                <a:cubicBezTo>
                  <a:pt x="5" y="57"/>
                  <a:pt x="0" y="52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1315" y="0"/>
                  <a:pt x="1315" y="0"/>
                  <a:pt x="1315" y="0"/>
                </a:cubicBezTo>
                <a:cubicBezTo>
                  <a:pt x="1322" y="0"/>
                  <a:pt x="1327" y="5"/>
                  <a:pt x="1327" y="11"/>
                </a:cubicBezTo>
                <a:lnTo>
                  <a:pt x="1327" y="45"/>
                </a:lnTo>
                <a:close/>
              </a:path>
            </a:pathLst>
          </a:custGeom>
          <a:noFill/>
          <a:ln w="11113" cap="flat">
            <a:solidFill>
              <a:srgbClr val="4192C8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8" name="Freeform 7">
            <a:extLst>
              <a:ext uri="{FF2B5EF4-FFF2-40B4-BE49-F238E27FC236}">
                <a16:creationId xmlns:a16="http://schemas.microsoft.com/office/drawing/2014/main" id="{4BD99199-728B-11FF-9352-5383AC33523F}"/>
              </a:ext>
            </a:extLst>
          </p:cNvPr>
          <p:cNvSpPr>
            <a:spLocks/>
          </p:cNvSpPr>
          <p:nvPr/>
        </p:nvSpPr>
        <p:spPr bwMode="auto">
          <a:xfrm>
            <a:off x="846138" y="2400300"/>
            <a:ext cx="2500313" cy="215900"/>
          </a:xfrm>
          <a:custGeom>
            <a:avLst/>
            <a:gdLst>
              <a:gd name="T0" fmla="*/ 663 w 663"/>
              <a:gd name="T1" fmla="*/ 45 h 57"/>
              <a:gd name="T2" fmla="*/ 652 w 663"/>
              <a:gd name="T3" fmla="*/ 57 h 57"/>
              <a:gd name="T4" fmla="*/ 11 w 663"/>
              <a:gd name="T5" fmla="*/ 57 h 57"/>
              <a:gd name="T6" fmla="*/ 0 w 663"/>
              <a:gd name="T7" fmla="*/ 45 h 57"/>
              <a:gd name="T8" fmla="*/ 0 w 663"/>
              <a:gd name="T9" fmla="*/ 11 h 57"/>
              <a:gd name="T10" fmla="*/ 11 w 663"/>
              <a:gd name="T11" fmla="*/ 0 h 57"/>
              <a:gd name="T12" fmla="*/ 652 w 663"/>
              <a:gd name="T13" fmla="*/ 0 h 57"/>
              <a:gd name="T14" fmla="*/ 663 w 663"/>
              <a:gd name="T15" fmla="*/ 11 h 57"/>
              <a:gd name="T16" fmla="*/ 663 w 663"/>
              <a:gd name="T17" fmla="*/ 45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663" h="57">
                <a:moveTo>
                  <a:pt x="663" y="45"/>
                </a:moveTo>
                <a:cubicBezTo>
                  <a:pt x="663" y="52"/>
                  <a:pt x="658" y="57"/>
                  <a:pt x="652" y="57"/>
                </a:cubicBezTo>
                <a:cubicBezTo>
                  <a:pt x="11" y="57"/>
                  <a:pt x="11" y="57"/>
                  <a:pt x="11" y="57"/>
                </a:cubicBezTo>
                <a:cubicBezTo>
                  <a:pt x="5" y="57"/>
                  <a:pt x="0" y="52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652" y="0"/>
                  <a:pt x="652" y="0"/>
                  <a:pt x="652" y="0"/>
                </a:cubicBezTo>
                <a:cubicBezTo>
                  <a:pt x="658" y="0"/>
                  <a:pt x="663" y="5"/>
                  <a:pt x="663" y="11"/>
                </a:cubicBezTo>
                <a:lnTo>
                  <a:pt x="663" y="45"/>
                </a:lnTo>
                <a:close/>
              </a:path>
            </a:pathLst>
          </a:custGeom>
          <a:noFill/>
          <a:ln w="11113" cap="flat">
            <a:solidFill>
              <a:srgbClr val="4192C8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9" name="Freeform 8">
            <a:extLst>
              <a:ext uri="{FF2B5EF4-FFF2-40B4-BE49-F238E27FC236}">
                <a16:creationId xmlns:a16="http://schemas.microsoft.com/office/drawing/2014/main" id="{32684C97-C6F0-F6B7-2100-47BEBA91A2BA}"/>
              </a:ext>
            </a:extLst>
          </p:cNvPr>
          <p:cNvSpPr>
            <a:spLocks/>
          </p:cNvSpPr>
          <p:nvPr/>
        </p:nvSpPr>
        <p:spPr bwMode="auto">
          <a:xfrm>
            <a:off x="846138" y="2733675"/>
            <a:ext cx="1250950" cy="211138"/>
          </a:xfrm>
          <a:custGeom>
            <a:avLst/>
            <a:gdLst>
              <a:gd name="T0" fmla="*/ 332 w 332"/>
              <a:gd name="T1" fmla="*/ 45 h 56"/>
              <a:gd name="T2" fmla="*/ 320 w 332"/>
              <a:gd name="T3" fmla="*/ 56 h 56"/>
              <a:gd name="T4" fmla="*/ 11 w 332"/>
              <a:gd name="T5" fmla="*/ 56 h 56"/>
              <a:gd name="T6" fmla="*/ 0 w 332"/>
              <a:gd name="T7" fmla="*/ 45 h 56"/>
              <a:gd name="T8" fmla="*/ 0 w 332"/>
              <a:gd name="T9" fmla="*/ 11 h 56"/>
              <a:gd name="T10" fmla="*/ 11 w 332"/>
              <a:gd name="T11" fmla="*/ 0 h 56"/>
              <a:gd name="T12" fmla="*/ 320 w 332"/>
              <a:gd name="T13" fmla="*/ 0 h 56"/>
              <a:gd name="T14" fmla="*/ 332 w 332"/>
              <a:gd name="T15" fmla="*/ 11 h 56"/>
              <a:gd name="T16" fmla="*/ 332 w 332"/>
              <a:gd name="T17" fmla="*/ 45 h 5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332" h="56">
                <a:moveTo>
                  <a:pt x="332" y="45"/>
                </a:moveTo>
                <a:cubicBezTo>
                  <a:pt x="332" y="51"/>
                  <a:pt x="327" y="56"/>
                  <a:pt x="320" y="56"/>
                </a:cubicBezTo>
                <a:cubicBezTo>
                  <a:pt x="11" y="56"/>
                  <a:pt x="11" y="56"/>
                  <a:pt x="11" y="56"/>
                </a:cubicBezTo>
                <a:cubicBezTo>
                  <a:pt x="5" y="56"/>
                  <a:pt x="0" y="51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320" y="0"/>
                  <a:pt x="320" y="0"/>
                  <a:pt x="320" y="0"/>
                </a:cubicBezTo>
                <a:cubicBezTo>
                  <a:pt x="327" y="0"/>
                  <a:pt x="332" y="5"/>
                  <a:pt x="332" y="11"/>
                </a:cubicBezTo>
                <a:lnTo>
                  <a:pt x="332" y="45"/>
                </a:lnTo>
                <a:close/>
              </a:path>
            </a:pathLst>
          </a:custGeom>
          <a:noFill/>
          <a:ln w="11113" cap="flat">
            <a:solidFill>
              <a:srgbClr val="4192C8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0" name="Freeform 9">
            <a:extLst>
              <a:ext uri="{FF2B5EF4-FFF2-40B4-BE49-F238E27FC236}">
                <a16:creationId xmlns:a16="http://schemas.microsoft.com/office/drawing/2014/main" id="{260FDD26-9F94-2320-8605-B95ADEDB4D98}"/>
              </a:ext>
            </a:extLst>
          </p:cNvPr>
          <p:cNvSpPr>
            <a:spLocks/>
          </p:cNvSpPr>
          <p:nvPr/>
        </p:nvSpPr>
        <p:spPr bwMode="auto">
          <a:xfrm>
            <a:off x="857250" y="3024188"/>
            <a:ext cx="625475" cy="214313"/>
          </a:xfrm>
          <a:custGeom>
            <a:avLst/>
            <a:gdLst>
              <a:gd name="T0" fmla="*/ 166 w 166"/>
              <a:gd name="T1" fmla="*/ 45 h 57"/>
              <a:gd name="T2" fmla="*/ 154 w 166"/>
              <a:gd name="T3" fmla="*/ 57 h 57"/>
              <a:gd name="T4" fmla="*/ 11 w 166"/>
              <a:gd name="T5" fmla="*/ 57 h 57"/>
              <a:gd name="T6" fmla="*/ 0 w 166"/>
              <a:gd name="T7" fmla="*/ 45 h 57"/>
              <a:gd name="T8" fmla="*/ 0 w 166"/>
              <a:gd name="T9" fmla="*/ 11 h 57"/>
              <a:gd name="T10" fmla="*/ 11 w 166"/>
              <a:gd name="T11" fmla="*/ 0 h 57"/>
              <a:gd name="T12" fmla="*/ 154 w 166"/>
              <a:gd name="T13" fmla="*/ 0 h 57"/>
              <a:gd name="T14" fmla="*/ 166 w 166"/>
              <a:gd name="T15" fmla="*/ 11 h 57"/>
              <a:gd name="T16" fmla="*/ 166 w 166"/>
              <a:gd name="T17" fmla="*/ 45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166" h="57">
                <a:moveTo>
                  <a:pt x="166" y="45"/>
                </a:moveTo>
                <a:cubicBezTo>
                  <a:pt x="166" y="52"/>
                  <a:pt x="161" y="57"/>
                  <a:pt x="154" y="57"/>
                </a:cubicBezTo>
                <a:cubicBezTo>
                  <a:pt x="11" y="57"/>
                  <a:pt x="11" y="57"/>
                  <a:pt x="11" y="57"/>
                </a:cubicBezTo>
                <a:cubicBezTo>
                  <a:pt x="5" y="57"/>
                  <a:pt x="0" y="52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154" y="0"/>
                  <a:pt x="154" y="0"/>
                  <a:pt x="154" y="0"/>
                </a:cubicBezTo>
                <a:cubicBezTo>
                  <a:pt x="161" y="0"/>
                  <a:pt x="166" y="5"/>
                  <a:pt x="166" y="11"/>
                </a:cubicBezTo>
                <a:lnTo>
                  <a:pt x="166" y="45"/>
                </a:lnTo>
                <a:close/>
              </a:path>
            </a:pathLst>
          </a:custGeom>
          <a:noFill/>
          <a:ln w="11113" cap="flat">
            <a:solidFill>
              <a:srgbClr val="4192C8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1" name="Freeform 10">
            <a:extLst>
              <a:ext uri="{FF2B5EF4-FFF2-40B4-BE49-F238E27FC236}">
                <a16:creationId xmlns:a16="http://schemas.microsoft.com/office/drawing/2014/main" id="{4868A7C2-889E-2CF7-D789-2504CD2B52DE}"/>
              </a:ext>
            </a:extLst>
          </p:cNvPr>
          <p:cNvSpPr>
            <a:spLocks/>
          </p:cNvSpPr>
          <p:nvPr/>
        </p:nvSpPr>
        <p:spPr bwMode="auto">
          <a:xfrm>
            <a:off x="865188" y="3314700"/>
            <a:ext cx="312738" cy="214313"/>
          </a:xfrm>
          <a:custGeom>
            <a:avLst/>
            <a:gdLst>
              <a:gd name="T0" fmla="*/ 83 w 83"/>
              <a:gd name="T1" fmla="*/ 45 h 57"/>
              <a:gd name="T2" fmla="*/ 72 w 83"/>
              <a:gd name="T3" fmla="*/ 57 h 57"/>
              <a:gd name="T4" fmla="*/ 11 w 83"/>
              <a:gd name="T5" fmla="*/ 57 h 57"/>
              <a:gd name="T6" fmla="*/ 0 w 83"/>
              <a:gd name="T7" fmla="*/ 45 h 57"/>
              <a:gd name="T8" fmla="*/ 0 w 83"/>
              <a:gd name="T9" fmla="*/ 11 h 57"/>
              <a:gd name="T10" fmla="*/ 11 w 83"/>
              <a:gd name="T11" fmla="*/ 0 h 57"/>
              <a:gd name="T12" fmla="*/ 72 w 83"/>
              <a:gd name="T13" fmla="*/ 0 h 57"/>
              <a:gd name="T14" fmla="*/ 83 w 83"/>
              <a:gd name="T15" fmla="*/ 11 h 57"/>
              <a:gd name="T16" fmla="*/ 83 w 83"/>
              <a:gd name="T17" fmla="*/ 45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83" h="57">
                <a:moveTo>
                  <a:pt x="83" y="45"/>
                </a:moveTo>
                <a:cubicBezTo>
                  <a:pt x="83" y="52"/>
                  <a:pt x="78" y="57"/>
                  <a:pt x="72" y="57"/>
                </a:cubicBezTo>
                <a:cubicBezTo>
                  <a:pt x="11" y="57"/>
                  <a:pt x="11" y="57"/>
                  <a:pt x="11" y="57"/>
                </a:cubicBezTo>
                <a:cubicBezTo>
                  <a:pt x="5" y="57"/>
                  <a:pt x="0" y="52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72" y="0"/>
                  <a:pt x="72" y="0"/>
                  <a:pt x="72" y="0"/>
                </a:cubicBezTo>
                <a:cubicBezTo>
                  <a:pt x="78" y="0"/>
                  <a:pt x="83" y="5"/>
                  <a:pt x="83" y="11"/>
                </a:cubicBezTo>
                <a:lnTo>
                  <a:pt x="83" y="45"/>
                </a:lnTo>
                <a:close/>
              </a:path>
            </a:pathLst>
          </a:custGeom>
          <a:noFill/>
          <a:ln w="11113" cap="flat">
            <a:solidFill>
              <a:srgbClr val="4192C8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2" name="Freeform 11">
            <a:extLst>
              <a:ext uri="{FF2B5EF4-FFF2-40B4-BE49-F238E27FC236}">
                <a16:creationId xmlns:a16="http://schemas.microsoft.com/office/drawing/2014/main" id="{B07C54CC-F853-612E-F40D-23D1D9A0AC86}"/>
              </a:ext>
            </a:extLst>
          </p:cNvPr>
          <p:cNvSpPr>
            <a:spLocks/>
          </p:cNvSpPr>
          <p:nvPr/>
        </p:nvSpPr>
        <p:spPr bwMode="auto">
          <a:xfrm>
            <a:off x="846138" y="3824288"/>
            <a:ext cx="5003800" cy="214313"/>
          </a:xfrm>
          <a:custGeom>
            <a:avLst/>
            <a:gdLst>
              <a:gd name="T0" fmla="*/ 1327 w 1327"/>
              <a:gd name="T1" fmla="*/ 29 h 57"/>
              <a:gd name="T2" fmla="*/ 1298 w 1327"/>
              <a:gd name="T3" fmla="*/ 57 h 57"/>
              <a:gd name="T4" fmla="*/ 28 w 1327"/>
              <a:gd name="T5" fmla="*/ 57 h 57"/>
              <a:gd name="T6" fmla="*/ 0 w 1327"/>
              <a:gd name="T7" fmla="*/ 29 h 57"/>
              <a:gd name="T8" fmla="*/ 0 w 1327"/>
              <a:gd name="T9" fmla="*/ 29 h 57"/>
              <a:gd name="T10" fmla="*/ 28 w 1327"/>
              <a:gd name="T11" fmla="*/ 0 h 57"/>
              <a:gd name="T12" fmla="*/ 1298 w 1327"/>
              <a:gd name="T13" fmla="*/ 0 h 57"/>
              <a:gd name="T14" fmla="*/ 1327 w 1327"/>
              <a:gd name="T15" fmla="*/ 29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1327" h="57">
                <a:moveTo>
                  <a:pt x="1327" y="29"/>
                </a:moveTo>
                <a:cubicBezTo>
                  <a:pt x="1327" y="44"/>
                  <a:pt x="1314" y="57"/>
                  <a:pt x="1298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9"/>
                </a:cubicBezTo>
                <a:cubicBezTo>
                  <a:pt x="0" y="29"/>
                  <a:pt x="0" y="29"/>
                  <a:pt x="0" y="29"/>
                </a:cubicBezTo>
                <a:cubicBezTo>
                  <a:pt x="0" y="13"/>
                  <a:pt x="13" y="0"/>
                  <a:pt x="28" y="0"/>
                </a:cubicBezTo>
                <a:cubicBezTo>
                  <a:pt x="1298" y="0"/>
                  <a:pt x="1298" y="0"/>
                  <a:pt x="1298" y="0"/>
                </a:cubicBezTo>
                <a:cubicBezTo>
                  <a:pt x="1314" y="0"/>
                  <a:pt x="1327" y="13"/>
                  <a:pt x="1327" y="29"/>
                </a:cubicBezTo>
                <a:close/>
              </a:path>
            </a:pathLst>
          </a:custGeom>
          <a:noFill/>
          <a:ln w="11113" cap="flat">
            <a:solidFill>
              <a:srgbClr val="4192C8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3" name="Freeform 12">
            <a:extLst>
              <a:ext uri="{FF2B5EF4-FFF2-40B4-BE49-F238E27FC236}">
                <a16:creationId xmlns:a16="http://schemas.microsoft.com/office/drawing/2014/main" id="{51198529-65D1-783A-D707-ECB647C7FA22}"/>
              </a:ext>
            </a:extLst>
          </p:cNvPr>
          <p:cNvSpPr>
            <a:spLocks/>
          </p:cNvSpPr>
          <p:nvPr/>
        </p:nvSpPr>
        <p:spPr bwMode="auto">
          <a:xfrm>
            <a:off x="846138" y="4156075"/>
            <a:ext cx="2500313" cy="214313"/>
          </a:xfrm>
          <a:custGeom>
            <a:avLst/>
            <a:gdLst>
              <a:gd name="T0" fmla="*/ 663 w 663"/>
              <a:gd name="T1" fmla="*/ 29 h 57"/>
              <a:gd name="T2" fmla="*/ 635 w 663"/>
              <a:gd name="T3" fmla="*/ 57 h 57"/>
              <a:gd name="T4" fmla="*/ 28 w 663"/>
              <a:gd name="T5" fmla="*/ 57 h 57"/>
              <a:gd name="T6" fmla="*/ 0 w 663"/>
              <a:gd name="T7" fmla="*/ 29 h 57"/>
              <a:gd name="T8" fmla="*/ 0 w 663"/>
              <a:gd name="T9" fmla="*/ 29 h 57"/>
              <a:gd name="T10" fmla="*/ 28 w 663"/>
              <a:gd name="T11" fmla="*/ 0 h 57"/>
              <a:gd name="T12" fmla="*/ 635 w 663"/>
              <a:gd name="T13" fmla="*/ 0 h 57"/>
              <a:gd name="T14" fmla="*/ 663 w 663"/>
              <a:gd name="T15" fmla="*/ 29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663" h="57">
                <a:moveTo>
                  <a:pt x="663" y="29"/>
                </a:moveTo>
                <a:cubicBezTo>
                  <a:pt x="663" y="44"/>
                  <a:pt x="651" y="57"/>
                  <a:pt x="635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9"/>
                </a:cubicBezTo>
                <a:cubicBezTo>
                  <a:pt x="0" y="29"/>
                  <a:pt x="0" y="29"/>
                  <a:pt x="0" y="29"/>
                </a:cubicBezTo>
                <a:cubicBezTo>
                  <a:pt x="0" y="13"/>
                  <a:pt x="13" y="0"/>
                  <a:pt x="28" y="0"/>
                </a:cubicBezTo>
                <a:cubicBezTo>
                  <a:pt x="635" y="0"/>
                  <a:pt x="635" y="0"/>
                  <a:pt x="635" y="0"/>
                </a:cubicBezTo>
                <a:cubicBezTo>
                  <a:pt x="651" y="0"/>
                  <a:pt x="663" y="13"/>
                  <a:pt x="663" y="29"/>
                </a:cubicBezTo>
                <a:close/>
              </a:path>
            </a:pathLst>
          </a:custGeom>
          <a:noFill/>
          <a:ln w="11113" cap="flat">
            <a:solidFill>
              <a:srgbClr val="4192C8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4" name="Freeform 13">
            <a:extLst>
              <a:ext uri="{FF2B5EF4-FFF2-40B4-BE49-F238E27FC236}">
                <a16:creationId xmlns:a16="http://schemas.microsoft.com/office/drawing/2014/main" id="{E8280C41-A359-5729-EFDE-17A3E09EFAAB}"/>
              </a:ext>
            </a:extLst>
          </p:cNvPr>
          <p:cNvSpPr>
            <a:spLocks/>
          </p:cNvSpPr>
          <p:nvPr/>
        </p:nvSpPr>
        <p:spPr bwMode="auto">
          <a:xfrm>
            <a:off x="846138" y="4498975"/>
            <a:ext cx="1250950" cy="215900"/>
          </a:xfrm>
          <a:custGeom>
            <a:avLst/>
            <a:gdLst>
              <a:gd name="T0" fmla="*/ 332 w 332"/>
              <a:gd name="T1" fmla="*/ 29 h 57"/>
              <a:gd name="T2" fmla="*/ 303 w 332"/>
              <a:gd name="T3" fmla="*/ 57 h 57"/>
              <a:gd name="T4" fmla="*/ 28 w 332"/>
              <a:gd name="T5" fmla="*/ 57 h 57"/>
              <a:gd name="T6" fmla="*/ 0 w 332"/>
              <a:gd name="T7" fmla="*/ 29 h 57"/>
              <a:gd name="T8" fmla="*/ 0 w 332"/>
              <a:gd name="T9" fmla="*/ 29 h 57"/>
              <a:gd name="T10" fmla="*/ 28 w 332"/>
              <a:gd name="T11" fmla="*/ 0 h 57"/>
              <a:gd name="T12" fmla="*/ 303 w 332"/>
              <a:gd name="T13" fmla="*/ 0 h 57"/>
              <a:gd name="T14" fmla="*/ 332 w 332"/>
              <a:gd name="T15" fmla="*/ 29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332" h="57">
                <a:moveTo>
                  <a:pt x="332" y="29"/>
                </a:moveTo>
                <a:cubicBezTo>
                  <a:pt x="332" y="44"/>
                  <a:pt x="319" y="57"/>
                  <a:pt x="303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9"/>
                </a:cubicBezTo>
                <a:cubicBezTo>
                  <a:pt x="0" y="29"/>
                  <a:pt x="0" y="29"/>
                  <a:pt x="0" y="29"/>
                </a:cubicBezTo>
                <a:cubicBezTo>
                  <a:pt x="0" y="13"/>
                  <a:pt x="13" y="0"/>
                  <a:pt x="28" y="0"/>
                </a:cubicBezTo>
                <a:cubicBezTo>
                  <a:pt x="303" y="0"/>
                  <a:pt x="303" y="0"/>
                  <a:pt x="303" y="0"/>
                </a:cubicBezTo>
                <a:cubicBezTo>
                  <a:pt x="319" y="0"/>
                  <a:pt x="332" y="13"/>
                  <a:pt x="332" y="29"/>
                </a:cubicBezTo>
                <a:close/>
              </a:path>
            </a:pathLst>
          </a:custGeom>
          <a:noFill/>
          <a:ln w="11113" cap="flat">
            <a:solidFill>
              <a:srgbClr val="4192C8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5" name="Freeform 14">
            <a:extLst>
              <a:ext uri="{FF2B5EF4-FFF2-40B4-BE49-F238E27FC236}">
                <a16:creationId xmlns:a16="http://schemas.microsoft.com/office/drawing/2014/main" id="{562D2A3C-884B-8681-63E2-12B8FF6ABD19}"/>
              </a:ext>
            </a:extLst>
          </p:cNvPr>
          <p:cNvSpPr>
            <a:spLocks/>
          </p:cNvSpPr>
          <p:nvPr/>
        </p:nvSpPr>
        <p:spPr bwMode="auto">
          <a:xfrm>
            <a:off x="846138" y="4827588"/>
            <a:ext cx="625475" cy="215900"/>
          </a:xfrm>
          <a:custGeom>
            <a:avLst/>
            <a:gdLst>
              <a:gd name="T0" fmla="*/ 166 w 166"/>
              <a:gd name="T1" fmla="*/ 28 h 57"/>
              <a:gd name="T2" fmla="*/ 137 w 166"/>
              <a:gd name="T3" fmla="*/ 57 h 57"/>
              <a:gd name="T4" fmla="*/ 28 w 166"/>
              <a:gd name="T5" fmla="*/ 57 h 57"/>
              <a:gd name="T6" fmla="*/ 0 w 166"/>
              <a:gd name="T7" fmla="*/ 28 h 57"/>
              <a:gd name="T8" fmla="*/ 0 w 166"/>
              <a:gd name="T9" fmla="*/ 28 h 57"/>
              <a:gd name="T10" fmla="*/ 28 w 166"/>
              <a:gd name="T11" fmla="*/ 0 h 57"/>
              <a:gd name="T12" fmla="*/ 137 w 166"/>
              <a:gd name="T13" fmla="*/ 0 h 57"/>
              <a:gd name="T14" fmla="*/ 166 w 166"/>
              <a:gd name="T15" fmla="*/ 28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166" h="57">
                <a:moveTo>
                  <a:pt x="166" y="28"/>
                </a:moveTo>
                <a:cubicBezTo>
                  <a:pt x="166" y="44"/>
                  <a:pt x="153" y="57"/>
                  <a:pt x="137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8"/>
                </a:cubicBezTo>
                <a:cubicBezTo>
                  <a:pt x="0" y="28"/>
                  <a:pt x="0" y="28"/>
                  <a:pt x="0" y="28"/>
                </a:cubicBezTo>
                <a:cubicBezTo>
                  <a:pt x="0" y="13"/>
                  <a:pt x="13" y="0"/>
                  <a:pt x="28" y="0"/>
                </a:cubicBezTo>
                <a:cubicBezTo>
                  <a:pt x="137" y="0"/>
                  <a:pt x="137" y="0"/>
                  <a:pt x="137" y="0"/>
                </a:cubicBezTo>
                <a:cubicBezTo>
                  <a:pt x="153" y="0"/>
                  <a:pt x="166" y="13"/>
                  <a:pt x="166" y="28"/>
                </a:cubicBezTo>
                <a:close/>
              </a:path>
            </a:pathLst>
          </a:custGeom>
          <a:noFill/>
          <a:ln w="11113" cap="flat">
            <a:solidFill>
              <a:srgbClr val="4192C8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6" name="Freeform 15">
            <a:extLst>
              <a:ext uri="{FF2B5EF4-FFF2-40B4-BE49-F238E27FC236}">
                <a16:creationId xmlns:a16="http://schemas.microsoft.com/office/drawing/2014/main" id="{6C5E4A82-6C97-FAFB-1AEE-BBC06F93FFCF}"/>
              </a:ext>
            </a:extLst>
          </p:cNvPr>
          <p:cNvSpPr>
            <a:spLocks/>
          </p:cNvSpPr>
          <p:nvPr/>
        </p:nvSpPr>
        <p:spPr bwMode="auto">
          <a:xfrm>
            <a:off x="846138" y="5145088"/>
            <a:ext cx="312738" cy="214313"/>
          </a:xfrm>
          <a:custGeom>
            <a:avLst/>
            <a:gdLst>
              <a:gd name="T0" fmla="*/ 83 w 83"/>
              <a:gd name="T1" fmla="*/ 28 h 57"/>
              <a:gd name="T2" fmla="*/ 55 w 83"/>
              <a:gd name="T3" fmla="*/ 57 h 57"/>
              <a:gd name="T4" fmla="*/ 28 w 83"/>
              <a:gd name="T5" fmla="*/ 57 h 57"/>
              <a:gd name="T6" fmla="*/ 0 w 83"/>
              <a:gd name="T7" fmla="*/ 28 h 57"/>
              <a:gd name="T8" fmla="*/ 0 w 83"/>
              <a:gd name="T9" fmla="*/ 28 h 57"/>
              <a:gd name="T10" fmla="*/ 28 w 83"/>
              <a:gd name="T11" fmla="*/ 0 h 57"/>
              <a:gd name="T12" fmla="*/ 55 w 83"/>
              <a:gd name="T13" fmla="*/ 0 h 57"/>
              <a:gd name="T14" fmla="*/ 83 w 83"/>
              <a:gd name="T15" fmla="*/ 28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83" h="57">
                <a:moveTo>
                  <a:pt x="83" y="28"/>
                </a:moveTo>
                <a:cubicBezTo>
                  <a:pt x="83" y="44"/>
                  <a:pt x="70" y="57"/>
                  <a:pt x="55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8"/>
                </a:cubicBezTo>
                <a:cubicBezTo>
                  <a:pt x="0" y="28"/>
                  <a:pt x="0" y="28"/>
                  <a:pt x="0" y="28"/>
                </a:cubicBezTo>
                <a:cubicBezTo>
                  <a:pt x="0" y="13"/>
                  <a:pt x="13" y="0"/>
                  <a:pt x="28" y="0"/>
                </a:cubicBezTo>
                <a:cubicBezTo>
                  <a:pt x="55" y="0"/>
                  <a:pt x="55" y="0"/>
                  <a:pt x="55" y="0"/>
                </a:cubicBezTo>
                <a:cubicBezTo>
                  <a:pt x="70" y="0"/>
                  <a:pt x="83" y="13"/>
                  <a:pt x="83" y="28"/>
                </a:cubicBezTo>
                <a:close/>
              </a:path>
            </a:pathLst>
          </a:custGeom>
          <a:noFill/>
          <a:ln w="11113" cap="flat">
            <a:solidFill>
              <a:srgbClr val="4192C8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1" name="Freeform 19">
            <a:extLst>
              <a:ext uri="{FF2B5EF4-FFF2-40B4-BE49-F238E27FC236}">
                <a16:creationId xmlns:a16="http://schemas.microsoft.com/office/drawing/2014/main" id="{927404CE-C3E8-3ECB-0806-AABD27A3760A}"/>
              </a:ext>
            </a:extLst>
          </p:cNvPr>
          <p:cNvSpPr>
            <a:spLocks/>
          </p:cNvSpPr>
          <p:nvPr/>
        </p:nvSpPr>
        <p:spPr bwMode="auto">
          <a:xfrm>
            <a:off x="6578600" y="1495425"/>
            <a:ext cx="5003800" cy="427038"/>
          </a:xfrm>
          <a:custGeom>
            <a:avLst/>
            <a:gdLst>
              <a:gd name="T0" fmla="*/ 1327 w 1327"/>
              <a:gd name="T1" fmla="*/ 102 h 113"/>
              <a:gd name="T2" fmla="*/ 1315 w 1327"/>
              <a:gd name="T3" fmla="*/ 113 h 113"/>
              <a:gd name="T4" fmla="*/ 11 w 1327"/>
              <a:gd name="T5" fmla="*/ 113 h 113"/>
              <a:gd name="T6" fmla="*/ 0 w 1327"/>
              <a:gd name="T7" fmla="*/ 102 h 113"/>
              <a:gd name="T8" fmla="*/ 0 w 1327"/>
              <a:gd name="T9" fmla="*/ 11 h 113"/>
              <a:gd name="T10" fmla="*/ 11 w 1327"/>
              <a:gd name="T11" fmla="*/ 0 h 113"/>
              <a:gd name="T12" fmla="*/ 1315 w 1327"/>
              <a:gd name="T13" fmla="*/ 0 h 113"/>
              <a:gd name="T14" fmla="*/ 1327 w 1327"/>
              <a:gd name="T15" fmla="*/ 11 h 113"/>
              <a:gd name="T16" fmla="*/ 1327 w 1327"/>
              <a:gd name="T17" fmla="*/ 102 h 113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1327" h="113">
                <a:moveTo>
                  <a:pt x="1327" y="102"/>
                </a:moveTo>
                <a:cubicBezTo>
                  <a:pt x="1327" y="108"/>
                  <a:pt x="1322" y="113"/>
                  <a:pt x="1315" y="113"/>
                </a:cubicBezTo>
                <a:cubicBezTo>
                  <a:pt x="11" y="113"/>
                  <a:pt x="11" y="113"/>
                  <a:pt x="11" y="113"/>
                </a:cubicBezTo>
                <a:cubicBezTo>
                  <a:pt x="5" y="113"/>
                  <a:pt x="0" y="108"/>
                  <a:pt x="0" y="102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1315" y="0"/>
                  <a:pt x="1315" y="0"/>
                  <a:pt x="1315" y="0"/>
                </a:cubicBezTo>
                <a:cubicBezTo>
                  <a:pt x="1322" y="0"/>
                  <a:pt x="1327" y="5"/>
                  <a:pt x="1327" y="11"/>
                </a:cubicBezTo>
                <a:lnTo>
                  <a:pt x="1327" y="102"/>
                </a:lnTo>
                <a:close/>
              </a:path>
            </a:pathLst>
          </a:custGeom>
          <a:noFill/>
          <a:ln w="11113" cap="flat">
            <a:solidFill>
              <a:srgbClr val="5C5DA0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2" name="Freeform 20">
            <a:extLst>
              <a:ext uri="{FF2B5EF4-FFF2-40B4-BE49-F238E27FC236}">
                <a16:creationId xmlns:a16="http://schemas.microsoft.com/office/drawing/2014/main" id="{D2286DE7-FDA7-1CA9-FDDE-628E0CD85F83}"/>
              </a:ext>
            </a:extLst>
          </p:cNvPr>
          <p:cNvSpPr>
            <a:spLocks/>
          </p:cNvSpPr>
          <p:nvPr/>
        </p:nvSpPr>
        <p:spPr bwMode="auto">
          <a:xfrm>
            <a:off x="6578600" y="2070100"/>
            <a:ext cx="5003800" cy="214313"/>
          </a:xfrm>
          <a:custGeom>
            <a:avLst/>
            <a:gdLst>
              <a:gd name="T0" fmla="*/ 1327 w 1327"/>
              <a:gd name="T1" fmla="*/ 45 h 57"/>
              <a:gd name="T2" fmla="*/ 1315 w 1327"/>
              <a:gd name="T3" fmla="*/ 57 h 57"/>
              <a:gd name="T4" fmla="*/ 11 w 1327"/>
              <a:gd name="T5" fmla="*/ 57 h 57"/>
              <a:gd name="T6" fmla="*/ 0 w 1327"/>
              <a:gd name="T7" fmla="*/ 45 h 57"/>
              <a:gd name="T8" fmla="*/ 0 w 1327"/>
              <a:gd name="T9" fmla="*/ 11 h 57"/>
              <a:gd name="T10" fmla="*/ 11 w 1327"/>
              <a:gd name="T11" fmla="*/ 0 h 57"/>
              <a:gd name="T12" fmla="*/ 1315 w 1327"/>
              <a:gd name="T13" fmla="*/ 0 h 57"/>
              <a:gd name="T14" fmla="*/ 1327 w 1327"/>
              <a:gd name="T15" fmla="*/ 11 h 57"/>
              <a:gd name="T16" fmla="*/ 1327 w 1327"/>
              <a:gd name="T17" fmla="*/ 45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1327" h="57">
                <a:moveTo>
                  <a:pt x="1327" y="45"/>
                </a:moveTo>
                <a:cubicBezTo>
                  <a:pt x="1327" y="52"/>
                  <a:pt x="1322" y="57"/>
                  <a:pt x="1315" y="57"/>
                </a:cubicBezTo>
                <a:cubicBezTo>
                  <a:pt x="11" y="57"/>
                  <a:pt x="11" y="57"/>
                  <a:pt x="11" y="57"/>
                </a:cubicBezTo>
                <a:cubicBezTo>
                  <a:pt x="5" y="57"/>
                  <a:pt x="0" y="52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1315" y="0"/>
                  <a:pt x="1315" y="0"/>
                  <a:pt x="1315" y="0"/>
                </a:cubicBezTo>
                <a:cubicBezTo>
                  <a:pt x="1322" y="0"/>
                  <a:pt x="1327" y="5"/>
                  <a:pt x="1327" y="11"/>
                </a:cubicBezTo>
                <a:lnTo>
                  <a:pt x="1327" y="45"/>
                </a:lnTo>
                <a:close/>
              </a:path>
            </a:pathLst>
          </a:custGeom>
          <a:noFill/>
          <a:ln w="11113" cap="flat">
            <a:solidFill>
              <a:srgbClr val="5C5DA0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3" name="Freeform 21">
            <a:extLst>
              <a:ext uri="{FF2B5EF4-FFF2-40B4-BE49-F238E27FC236}">
                <a16:creationId xmlns:a16="http://schemas.microsoft.com/office/drawing/2014/main" id="{75CEE7DD-F8E7-3199-558D-CBDFB96CE634}"/>
              </a:ext>
            </a:extLst>
          </p:cNvPr>
          <p:cNvSpPr>
            <a:spLocks/>
          </p:cNvSpPr>
          <p:nvPr/>
        </p:nvSpPr>
        <p:spPr bwMode="auto">
          <a:xfrm>
            <a:off x="6578600" y="2398713"/>
            <a:ext cx="2500312" cy="214313"/>
          </a:xfrm>
          <a:custGeom>
            <a:avLst/>
            <a:gdLst>
              <a:gd name="T0" fmla="*/ 663 w 663"/>
              <a:gd name="T1" fmla="*/ 45 h 57"/>
              <a:gd name="T2" fmla="*/ 652 w 663"/>
              <a:gd name="T3" fmla="*/ 57 h 57"/>
              <a:gd name="T4" fmla="*/ 11 w 663"/>
              <a:gd name="T5" fmla="*/ 57 h 57"/>
              <a:gd name="T6" fmla="*/ 0 w 663"/>
              <a:gd name="T7" fmla="*/ 45 h 57"/>
              <a:gd name="T8" fmla="*/ 0 w 663"/>
              <a:gd name="T9" fmla="*/ 11 h 57"/>
              <a:gd name="T10" fmla="*/ 11 w 663"/>
              <a:gd name="T11" fmla="*/ 0 h 57"/>
              <a:gd name="T12" fmla="*/ 652 w 663"/>
              <a:gd name="T13" fmla="*/ 0 h 57"/>
              <a:gd name="T14" fmla="*/ 663 w 663"/>
              <a:gd name="T15" fmla="*/ 11 h 57"/>
              <a:gd name="T16" fmla="*/ 663 w 663"/>
              <a:gd name="T17" fmla="*/ 45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663" h="57">
                <a:moveTo>
                  <a:pt x="663" y="45"/>
                </a:moveTo>
                <a:cubicBezTo>
                  <a:pt x="663" y="52"/>
                  <a:pt x="658" y="57"/>
                  <a:pt x="652" y="57"/>
                </a:cubicBezTo>
                <a:cubicBezTo>
                  <a:pt x="11" y="57"/>
                  <a:pt x="11" y="57"/>
                  <a:pt x="11" y="57"/>
                </a:cubicBezTo>
                <a:cubicBezTo>
                  <a:pt x="5" y="57"/>
                  <a:pt x="0" y="52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652" y="0"/>
                  <a:pt x="652" y="0"/>
                  <a:pt x="652" y="0"/>
                </a:cubicBezTo>
                <a:cubicBezTo>
                  <a:pt x="658" y="0"/>
                  <a:pt x="663" y="5"/>
                  <a:pt x="663" y="11"/>
                </a:cubicBezTo>
                <a:lnTo>
                  <a:pt x="663" y="45"/>
                </a:lnTo>
                <a:close/>
              </a:path>
            </a:pathLst>
          </a:custGeom>
          <a:noFill/>
          <a:ln w="11113" cap="flat">
            <a:solidFill>
              <a:srgbClr val="5C5DA0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4" name="Freeform 22">
            <a:extLst>
              <a:ext uri="{FF2B5EF4-FFF2-40B4-BE49-F238E27FC236}">
                <a16:creationId xmlns:a16="http://schemas.microsoft.com/office/drawing/2014/main" id="{75CCBF1B-2799-8195-A2E8-EF7D1160CC57}"/>
              </a:ext>
            </a:extLst>
          </p:cNvPr>
          <p:cNvSpPr>
            <a:spLocks/>
          </p:cNvSpPr>
          <p:nvPr/>
        </p:nvSpPr>
        <p:spPr bwMode="auto">
          <a:xfrm>
            <a:off x="6578600" y="2730500"/>
            <a:ext cx="1250950" cy="211138"/>
          </a:xfrm>
          <a:custGeom>
            <a:avLst/>
            <a:gdLst>
              <a:gd name="T0" fmla="*/ 332 w 332"/>
              <a:gd name="T1" fmla="*/ 45 h 56"/>
              <a:gd name="T2" fmla="*/ 320 w 332"/>
              <a:gd name="T3" fmla="*/ 56 h 56"/>
              <a:gd name="T4" fmla="*/ 11 w 332"/>
              <a:gd name="T5" fmla="*/ 56 h 56"/>
              <a:gd name="T6" fmla="*/ 0 w 332"/>
              <a:gd name="T7" fmla="*/ 45 h 56"/>
              <a:gd name="T8" fmla="*/ 0 w 332"/>
              <a:gd name="T9" fmla="*/ 11 h 56"/>
              <a:gd name="T10" fmla="*/ 11 w 332"/>
              <a:gd name="T11" fmla="*/ 0 h 56"/>
              <a:gd name="T12" fmla="*/ 320 w 332"/>
              <a:gd name="T13" fmla="*/ 0 h 56"/>
              <a:gd name="T14" fmla="*/ 332 w 332"/>
              <a:gd name="T15" fmla="*/ 11 h 56"/>
              <a:gd name="T16" fmla="*/ 332 w 332"/>
              <a:gd name="T17" fmla="*/ 45 h 5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332" h="56">
                <a:moveTo>
                  <a:pt x="332" y="45"/>
                </a:moveTo>
                <a:cubicBezTo>
                  <a:pt x="332" y="51"/>
                  <a:pt x="327" y="56"/>
                  <a:pt x="320" y="56"/>
                </a:cubicBezTo>
                <a:cubicBezTo>
                  <a:pt x="11" y="56"/>
                  <a:pt x="11" y="56"/>
                  <a:pt x="11" y="56"/>
                </a:cubicBezTo>
                <a:cubicBezTo>
                  <a:pt x="5" y="56"/>
                  <a:pt x="0" y="51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320" y="0"/>
                  <a:pt x="320" y="0"/>
                  <a:pt x="320" y="0"/>
                </a:cubicBezTo>
                <a:cubicBezTo>
                  <a:pt x="327" y="0"/>
                  <a:pt x="332" y="5"/>
                  <a:pt x="332" y="11"/>
                </a:cubicBezTo>
                <a:lnTo>
                  <a:pt x="332" y="45"/>
                </a:lnTo>
                <a:close/>
              </a:path>
            </a:pathLst>
          </a:custGeom>
          <a:noFill/>
          <a:ln w="11113" cap="flat">
            <a:solidFill>
              <a:srgbClr val="5C5DA0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5" name="Freeform 23">
            <a:extLst>
              <a:ext uri="{FF2B5EF4-FFF2-40B4-BE49-F238E27FC236}">
                <a16:creationId xmlns:a16="http://schemas.microsoft.com/office/drawing/2014/main" id="{80697E0B-D4E6-6CB4-AE74-F9BAEE5C2D8B}"/>
              </a:ext>
            </a:extLst>
          </p:cNvPr>
          <p:cNvSpPr>
            <a:spLocks/>
          </p:cNvSpPr>
          <p:nvPr/>
        </p:nvSpPr>
        <p:spPr bwMode="auto">
          <a:xfrm>
            <a:off x="6589713" y="3021013"/>
            <a:ext cx="625475" cy="215900"/>
          </a:xfrm>
          <a:custGeom>
            <a:avLst/>
            <a:gdLst>
              <a:gd name="T0" fmla="*/ 166 w 166"/>
              <a:gd name="T1" fmla="*/ 45 h 57"/>
              <a:gd name="T2" fmla="*/ 154 w 166"/>
              <a:gd name="T3" fmla="*/ 57 h 57"/>
              <a:gd name="T4" fmla="*/ 11 w 166"/>
              <a:gd name="T5" fmla="*/ 57 h 57"/>
              <a:gd name="T6" fmla="*/ 0 w 166"/>
              <a:gd name="T7" fmla="*/ 45 h 57"/>
              <a:gd name="T8" fmla="*/ 0 w 166"/>
              <a:gd name="T9" fmla="*/ 11 h 57"/>
              <a:gd name="T10" fmla="*/ 11 w 166"/>
              <a:gd name="T11" fmla="*/ 0 h 57"/>
              <a:gd name="T12" fmla="*/ 154 w 166"/>
              <a:gd name="T13" fmla="*/ 0 h 57"/>
              <a:gd name="T14" fmla="*/ 166 w 166"/>
              <a:gd name="T15" fmla="*/ 11 h 57"/>
              <a:gd name="T16" fmla="*/ 166 w 166"/>
              <a:gd name="T17" fmla="*/ 45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166" h="57">
                <a:moveTo>
                  <a:pt x="166" y="45"/>
                </a:moveTo>
                <a:cubicBezTo>
                  <a:pt x="166" y="52"/>
                  <a:pt x="161" y="57"/>
                  <a:pt x="154" y="57"/>
                </a:cubicBezTo>
                <a:cubicBezTo>
                  <a:pt x="11" y="57"/>
                  <a:pt x="11" y="57"/>
                  <a:pt x="11" y="57"/>
                </a:cubicBezTo>
                <a:cubicBezTo>
                  <a:pt x="5" y="57"/>
                  <a:pt x="0" y="52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154" y="0"/>
                  <a:pt x="154" y="0"/>
                  <a:pt x="154" y="0"/>
                </a:cubicBezTo>
                <a:cubicBezTo>
                  <a:pt x="161" y="0"/>
                  <a:pt x="166" y="5"/>
                  <a:pt x="166" y="11"/>
                </a:cubicBezTo>
                <a:lnTo>
                  <a:pt x="166" y="45"/>
                </a:lnTo>
                <a:close/>
              </a:path>
            </a:pathLst>
          </a:custGeom>
          <a:noFill/>
          <a:ln w="11113" cap="flat">
            <a:solidFill>
              <a:srgbClr val="5C5DA0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6" name="Freeform 24">
            <a:extLst>
              <a:ext uri="{FF2B5EF4-FFF2-40B4-BE49-F238E27FC236}">
                <a16:creationId xmlns:a16="http://schemas.microsoft.com/office/drawing/2014/main" id="{1BE9A316-9CF4-AA79-6679-9C252B2EEB09}"/>
              </a:ext>
            </a:extLst>
          </p:cNvPr>
          <p:cNvSpPr>
            <a:spLocks/>
          </p:cNvSpPr>
          <p:nvPr/>
        </p:nvSpPr>
        <p:spPr bwMode="auto">
          <a:xfrm>
            <a:off x="6597650" y="3311525"/>
            <a:ext cx="312737" cy="215900"/>
          </a:xfrm>
          <a:custGeom>
            <a:avLst/>
            <a:gdLst>
              <a:gd name="T0" fmla="*/ 83 w 83"/>
              <a:gd name="T1" fmla="*/ 45 h 57"/>
              <a:gd name="T2" fmla="*/ 72 w 83"/>
              <a:gd name="T3" fmla="*/ 57 h 57"/>
              <a:gd name="T4" fmla="*/ 11 w 83"/>
              <a:gd name="T5" fmla="*/ 57 h 57"/>
              <a:gd name="T6" fmla="*/ 0 w 83"/>
              <a:gd name="T7" fmla="*/ 45 h 57"/>
              <a:gd name="T8" fmla="*/ 0 w 83"/>
              <a:gd name="T9" fmla="*/ 11 h 57"/>
              <a:gd name="T10" fmla="*/ 11 w 83"/>
              <a:gd name="T11" fmla="*/ 0 h 57"/>
              <a:gd name="T12" fmla="*/ 72 w 83"/>
              <a:gd name="T13" fmla="*/ 0 h 57"/>
              <a:gd name="T14" fmla="*/ 83 w 83"/>
              <a:gd name="T15" fmla="*/ 11 h 57"/>
              <a:gd name="T16" fmla="*/ 83 w 83"/>
              <a:gd name="T17" fmla="*/ 45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83" h="57">
                <a:moveTo>
                  <a:pt x="83" y="45"/>
                </a:moveTo>
                <a:cubicBezTo>
                  <a:pt x="83" y="52"/>
                  <a:pt x="78" y="57"/>
                  <a:pt x="72" y="57"/>
                </a:cubicBezTo>
                <a:cubicBezTo>
                  <a:pt x="11" y="57"/>
                  <a:pt x="11" y="57"/>
                  <a:pt x="11" y="57"/>
                </a:cubicBezTo>
                <a:cubicBezTo>
                  <a:pt x="5" y="57"/>
                  <a:pt x="0" y="52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72" y="0"/>
                  <a:pt x="72" y="0"/>
                  <a:pt x="72" y="0"/>
                </a:cubicBezTo>
                <a:cubicBezTo>
                  <a:pt x="78" y="0"/>
                  <a:pt x="83" y="5"/>
                  <a:pt x="83" y="11"/>
                </a:cubicBezTo>
                <a:lnTo>
                  <a:pt x="83" y="45"/>
                </a:lnTo>
                <a:close/>
              </a:path>
            </a:pathLst>
          </a:custGeom>
          <a:noFill/>
          <a:ln w="11113" cap="flat">
            <a:solidFill>
              <a:srgbClr val="5C5DA0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7" name="Freeform 25">
            <a:extLst>
              <a:ext uri="{FF2B5EF4-FFF2-40B4-BE49-F238E27FC236}">
                <a16:creationId xmlns:a16="http://schemas.microsoft.com/office/drawing/2014/main" id="{682FC60B-5969-4A17-210B-793E7F9D863E}"/>
              </a:ext>
            </a:extLst>
          </p:cNvPr>
          <p:cNvSpPr>
            <a:spLocks/>
          </p:cNvSpPr>
          <p:nvPr/>
        </p:nvSpPr>
        <p:spPr bwMode="auto">
          <a:xfrm>
            <a:off x="6578600" y="3821113"/>
            <a:ext cx="5003800" cy="215900"/>
          </a:xfrm>
          <a:custGeom>
            <a:avLst/>
            <a:gdLst>
              <a:gd name="T0" fmla="*/ 1327 w 1327"/>
              <a:gd name="T1" fmla="*/ 29 h 57"/>
              <a:gd name="T2" fmla="*/ 1298 w 1327"/>
              <a:gd name="T3" fmla="*/ 57 h 57"/>
              <a:gd name="T4" fmla="*/ 28 w 1327"/>
              <a:gd name="T5" fmla="*/ 57 h 57"/>
              <a:gd name="T6" fmla="*/ 0 w 1327"/>
              <a:gd name="T7" fmla="*/ 29 h 57"/>
              <a:gd name="T8" fmla="*/ 0 w 1327"/>
              <a:gd name="T9" fmla="*/ 29 h 57"/>
              <a:gd name="T10" fmla="*/ 28 w 1327"/>
              <a:gd name="T11" fmla="*/ 0 h 57"/>
              <a:gd name="T12" fmla="*/ 1298 w 1327"/>
              <a:gd name="T13" fmla="*/ 0 h 57"/>
              <a:gd name="T14" fmla="*/ 1327 w 1327"/>
              <a:gd name="T15" fmla="*/ 29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1327" h="57">
                <a:moveTo>
                  <a:pt x="1327" y="29"/>
                </a:moveTo>
                <a:cubicBezTo>
                  <a:pt x="1327" y="44"/>
                  <a:pt x="1314" y="57"/>
                  <a:pt x="1298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9"/>
                </a:cubicBezTo>
                <a:cubicBezTo>
                  <a:pt x="0" y="29"/>
                  <a:pt x="0" y="29"/>
                  <a:pt x="0" y="29"/>
                </a:cubicBezTo>
                <a:cubicBezTo>
                  <a:pt x="0" y="13"/>
                  <a:pt x="13" y="0"/>
                  <a:pt x="28" y="0"/>
                </a:cubicBezTo>
                <a:cubicBezTo>
                  <a:pt x="1298" y="0"/>
                  <a:pt x="1298" y="0"/>
                  <a:pt x="1298" y="0"/>
                </a:cubicBezTo>
                <a:cubicBezTo>
                  <a:pt x="1314" y="0"/>
                  <a:pt x="1327" y="13"/>
                  <a:pt x="1327" y="29"/>
                </a:cubicBezTo>
                <a:close/>
              </a:path>
            </a:pathLst>
          </a:custGeom>
          <a:noFill/>
          <a:ln w="11113" cap="flat">
            <a:solidFill>
              <a:srgbClr val="5C5DA0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8" name="Freeform 26">
            <a:extLst>
              <a:ext uri="{FF2B5EF4-FFF2-40B4-BE49-F238E27FC236}">
                <a16:creationId xmlns:a16="http://schemas.microsoft.com/office/drawing/2014/main" id="{8D48B07A-0387-CFC4-6EEC-356CD99A728E}"/>
              </a:ext>
            </a:extLst>
          </p:cNvPr>
          <p:cNvSpPr>
            <a:spLocks/>
          </p:cNvSpPr>
          <p:nvPr/>
        </p:nvSpPr>
        <p:spPr bwMode="auto">
          <a:xfrm>
            <a:off x="6578600" y="4154488"/>
            <a:ext cx="2500312" cy="214313"/>
          </a:xfrm>
          <a:custGeom>
            <a:avLst/>
            <a:gdLst>
              <a:gd name="T0" fmla="*/ 663 w 663"/>
              <a:gd name="T1" fmla="*/ 29 h 57"/>
              <a:gd name="T2" fmla="*/ 635 w 663"/>
              <a:gd name="T3" fmla="*/ 57 h 57"/>
              <a:gd name="T4" fmla="*/ 28 w 663"/>
              <a:gd name="T5" fmla="*/ 57 h 57"/>
              <a:gd name="T6" fmla="*/ 0 w 663"/>
              <a:gd name="T7" fmla="*/ 29 h 57"/>
              <a:gd name="T8" fmla="*/ 0 w 663"/>
              <a:gd name="T9" fmla="*/ 29 h 57"/>
              <a:gd name="T10" fmla="*/ 28 w 663"/>
              <a:gd name="T11" fmla="*/ 0 h 57"/>
              <a:gd name="T12" fmla="*/ 635 w 663"/>
              <a:gd name="T13" fmla="*/ 0 h 57"/>
              <a:gd name="T14" fmla="*/ 663 w 663"/>
              <a:gd name="T15" fmla="*/ 29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663" h="57">
                <a:moveTo>
                  <a:pt x="663" y="29"/>
                </a:moveTo>
                <a:cubicBezTo>
                  <a:pt x="663" y="44"/>
                  <a:pt x="651" y="57"/>
                  <a:pt x="635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9"/>
                </a:cubicBezTo>
                <a:cubicBezTo>
                  <a:pt x="0" y="29"/>
                  <a:pt x="0" y="29"/>
                  <a:pt x="0" y="29"/>
                </a:cubicBezTo>
                <a:cubicBezTo>
                  <a:pt x="0" y="13"/>
                  <a:pt x="13" y="0"/>
                  <a:pt x="28" y="0"/>
                </a:cubicBezTo>
                <a:cubicBezTo>
                  <a:pt x="635" y="0"/>
                  <a:pt x="635" y="0"/>
                  <a:pt x="635" y="0"/>
                </a:cubicBezTo>
                <a:cubicBezTo>
                  <a:pt x="651" y="0"/>
                  <a:pt x="663" y="13"/>
                  <a:pt x="663" y="29"/>
                </a:cubicBezTo>
                <a:close/>
              </a:path>
            </a:pathLst>
          </a:custGeom>
          <a:noFill/>
          <a:ln w="11113" cap="flat">
            <a:solidFill>
              <a:srgbClr val="5C5DA0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9" name="Freeform 27">
            <a:extLst>
              <a:ext uri="{FF2B5EF4-FFF2-40B4-BE49-F238E27FC236}">
                <a16:creationId xmlns:a16="http://schemas.microsoft.com/office/drawing/2014/main" id="{DB26E670-C976-991E-2641-BD4047FB9BBA}"/>
              </a:ext>
            </a:extLst>
          </p:cNvPr>
          <p:cNvSpPr>
            <a:spLocks/>
          </p:cNvSpPr>
          <p:nvPr/>
        </p:nvSpPr>
        <p:spPr bwMode="auto">
          <a:xfrm>
            <a:off x="6578600" y="4497388"/>
            <a:ext cx="1250950" cy="215900"/>
          </a:xfrm>
          <a:custGeom>
            <a:avLst/>
            <a:gdLst>
              <a:gd name="T0" fmla="*/ 332 w 332"/>
              <a:gd name="T1" fmla="*/ 29 h 57"/>
              <a:gd name="T2" fmla="*/ 303 w 332"/>
              <a:gd name="T3" fmla="*/ 57 h 57"/>
              <a:gd name="T4" fmla="*/ 28 w 332"/>
              <a:gd name="T5" fmla="*/ 57 h 57"/>
              <a:gd name="T6" fmla="*/ 0 w 332"/>
              <a:gd name="T7" fmla="*/ 29 h 57"/>
              <a:gd name="T8" fmla="*/ 0 w 332"/>
              <a:gd name="T9" fmla="*/ 29 h 57"/>
              <a:gd name="T10" fmla="*/ 28 w 332"/>
              <a:gd name="T11" fmla="*/ 0 h 57"/>
              <a:gd name="T12" fmla="*/ 303 w 332"/>
              <a:gd name="T13" fmla="*/ 0 h 57"/>
              <a:gd name="T14" fmla="*/ 332 w 332"/>
              <a:gd name="T15" fmla="*/ 29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332" h="57">
                <a:moveTo>
                  <a:pt x="332" y="29"/>
                </a:moveTo>
                <a:cubicBezTo>
                  <a:pt x="332" y="44"/>
                  <a:pt x="319" y="57"/>
                  <a:pt x="303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9"/>
                </a:cubicBezTo>
                <a:cubicBezTo>
                  <a:pt x="0" y="29"/>
                  <a:pt x="0" y="29"/>
                  <a:pt x="0" y="29"/>
                </a:cubicBezTo>
                <a:cubicBezTo>
                  <a:pt x="0" y="13"/>
                  <a:pt x="13" y="0"/>
                  <a:pt x="28" y="0"/>
                </a:cubicBezTo>
                <a:cubicBezTo>
                  <a:pt x="303" y="0"/>
                  <a:pt x="303" y="0"/>
                  <a:pt x="303" y="0"/>
                </a:cubicBezTo>
                <a:cubicBezTo>
                  <a:pt x="319" y="0"/>
                  <a:pt x="332" y="13"/>
                  <a:pt x="332" y="29"/>
                </a:cubicBezTo>
                <a:close/>
              </a:path>
            </a:pathLst>
          </a:custGeom>
          <a:noFill/>
          <a:ln w="11113" cap="flat">
            <a:solidFill>
              <a:srgbClr val="5C5DA0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30" name="Freeform 28">
            <a:extLst>
              <a:ext uri="{FF2B5EF4-FFF2-40B4-BE49-F238E27FC236}">
                <a16:creationId xmlns:a16="http://schemas.microsoft.com/office/drawing/2014/main" id="{E08161A5-4EDC-898A-EFB8-E48D0B2699C9}"/>
              </a:ext>
            </a:extLst>
          </p:cNvPr>
          <p:cNvSpPr>
            <a:spLocks/>
          </p:cNvSpPr>
          <p:nvPr/>
        </p:nvSpPr>
        <p:spPr bwMode="auto">
          <a:xfrm>
            <a:off x="6578600" y="4826000"/>
            <a:ext cx="625475" cy="215900"/>
          </a:xfrm>
          <a:custGeom>
            <a:avLst/>
            <a:gdLst>
              <a:gd name="T0" fmla="*/ 166 w 166"/>
              <a:gd name="T1" fmla="*/ 28 h 57"/>
              <a:gd name="T2" fmla="*/ 137 w 166"/>
              <a:gd name="T3" fmla="*/ 57 h 57"/>
              <a:gd name="T4" fmla="*/ 28 w 166"/>
              <a:gd name="T5" fmla="*/ 57 h 57"/>
              <a:gd name="T6" fmla="*/ 0 w 166"/>
              <a:gd name="T7" fmla="*/ 28 h 57"/>
              <a:gd name="T8" fmla="*/ 0 w 166"/>
              <a:gd name="T9" fmla="*/ 28 h 57"/>
              <a:gd name="T10" fmla="*/ 28 w 166"/>
              <a:gd name="T11" fmla="*/ 0 h 57"/>
              <a:gd name="T12" fmla="*/ 137 w 166"/>
              <a:gd name="T13" fmla="*/ 0 h 57"/>
              <a:gd name="T14" fmla="*/ 166 w 166"/>
              <a:gd name="T15" fmla="*/ 28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166" h="57">
                <a:moveTo>
                  <a:pt x="166" y="28"/>
                </a:moveTo>
                <a:cubicBezTo>
                  <a:pt x="166" y="44"/>
                  <a:pt x="153" y="57"/>
                  <a:pt x="137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8"/>
                </a:cubicBezTo>
                <a:cubicBezTo>
                  <a:pt x="0" y="28"/>
                  <a:pt x="0" y="28"/>
                  <a:pt x="0" y="28"/>
                </a:cubicBezTo>
                <a:cubicBezTo>
                  <a:pt x="0" y="13"/>
                  <a:pt x="13" y="0"/>
                  <a:pt x="28" y="0"/>
                </a:cubicBezTo>
                <a:cubicBezTo>
                  <a:pt x="137" y="0"/>
                  <a:pt x="137" y="0"/>
                  <a:pt x="137" y="0"/>
                </a:cubicBezTo>
                <a:cubicBezTo>
                  <a:pt x="153" y="0"/>
                  <a:pt x="166" y="13"/>
                  <a:pt x="166" y="28"/>
                </a:cubicBezTo>
                <a:close/>
              </a:path>
            </a:pathLst>
          </a:custGeom>
          <a:noFill/>
          <a:ln w="11113" cap="flat">
            <a:solidFill>
              <a:srgbClr val="5C5DA0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31" name="Freeform 29">
            <a:extLst>
              <a:ext uri="{FF2B5EF4-FFF2-40B4-BE49-F238E27FC236}">
                <a16:creationId xmlns:a16="http://schemas.microsoft.com/office/drawing/2014/main" id="{DE48E8D9-97AB-FC15-1424-717C7475D20A}"/>
              </a:ext>
            </a:extLst>
          </p:cNvPr>
          <p:cNvSpPr>
            <a:spLocks/>
          </p:cNvSpPr>
          <p:nvPr/>
        </p:nvSpPr>
        <p:spPr bwMode="auto">
          <a:xfrm>
            <a:off x="6578600" y="5143500"/>
            <a:ext cx="312737" cy="214313"/>
          </a:xfrm>
          <a:custGeom>
            <a:avLst/>
            <a:gdLst>
              <a:gd name="T0" fmla="*/ 83 w 83"/>
              <a:gd name="T1" fmla="*/ 28 h 57"/>
              <a:gd name="T2" fmla="*/ 55 w 83"/>
              <a:gd name="T3" fmla="*/ 57 h 57"/>
              <a:gd name="T4" fmla="*/ 28 w 83"/>
              <a:gd name="T5" fmla="*/ 57 h 57"/>
              <a:gd name="T6" fmla="*/ 0 w 83"/>
              <a:gd name="T7" fmla="*/ 28 h 57"/>
              <a:gd name="T8" fmla="*/ 0 w 83"/>
              <a:gd name="T9" fmla="*/ 28 h 57"/>
              <a:gd name="T10" fmla="*/ 28 w 83"/>
              <a:gd name="T11" fmla="*/ 0 h 57"/>
              <a:gd name="T12" fmla="*/ 55 w 83"/>
              <a:gd name="T13" fmla="*/ 0 h 57"/>
              <a:gd name="T14" fmla="*/ 83 w 83"/>
              <a:gd name="T15" fmla="*/ 28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83" h="57">
                <a:moveTo>
                  <a:pt x="83" y="28"/>
                </a:moveTo>
                <a:cubicBezTo>
                  <a:pt x="83" y="44"/>
                  <a:pt x="70" y="57"/>
                  <a:pt x="55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8"/>
                </a:cubicBezTo>
                <a:cubicBezTo>
                  <a:pt x="0" y="28"/>
                  <a:pt x="0" y="28"/>
                  <a:pt x="0" y="28"/>
                </a:cubicBezTo>
                <a:cubicBezTo>
                  <a:pt x="0" y="13"/>
                  <a:pt x="13" y="0"/>
                  <a:pt x="28" y="0"/>
                </a:cubicBezTo>
                <a:cubicBezTo>
                  <a:pt x="55" y="0"/>
                  <a:pt x="55" y="0"/>
                  <a:pt x="55" y="0"/>
                </a:cubicBezTo>
                <a:cubicBezTo>
                  <a:pt x="70" y="0"/>
                  <a:pt x="83" y="13"/>
                  <a:pt x="83" y="28"/>
                </a:cubicBezTo>
                <a:close/>
              </a:path>
            </a:pathLst>
          </a:custGeom>
          <a:noFill/>
          <a:ln w="11113" cap="flat">
            <a:solidFill>
              <a:srgbClr val="5C5DA0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8093177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38E946-A811-47B0-02C3-1884D4F4F2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제목 40">
            <a:extLst>
              <a:ext uri="{FF2B5EF4-FFF2-40B4-BE49-F238E27FC236}">
                <a16:creationId xmlns:a16="http://schemas.microsoft.com/office/drawing/2014/main" id="{BB6D0345-5A2A-519E-5738-7427EA9CD7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스크린 캡쳐 이미지 그래픽 요소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B43DB8EB-D02B-0B15-D536-516415301BE6}"/>
              </a:ext>
            </a:extLst>
          </p:cNvPr>
          <p:cNvSpPr txBox="1"/>
          <p:nvPr/>
        </p:nvSpPr>
        <p:spPr>
          <a:xfrm>
            <a:off x="846138" y="1184598"/>
            <a:ext cx="2238375" cy="1692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1100" b="1" dirty="0"/>
              <a:t>인공지능개발솔루션</a:t>
            </a:r>
          </a:p>
        </p:txBody>
      </p:sp>
      <p:sp>
        <p:nvSpPr>
          <p:cNvPr id="146" name="TextBox 145">
            <a:extLst>
              <a:ext uri="{FF2B5EF4-FFF2-40B4-BE49-F238E27FC236}">
                <a16:creationId xmlns:a16="http://schemas.microsoft.com/office/drawing/2014/main" id="{7798B783-F63C-2F4D-47E5-DE60CC5BE52F}"/>
              </a:ext>
            </a:extLst>
          </p:cNvPr>
          <p:cNvSpPr txBox="1"/>
          <p:nvPr/>
        </p:nvSpPr>
        <p:spPr>
          <a:xfrm>
            <a:off x="6570663" y="1184598"/>
            <a:ext cx="2238375" cy="1692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1100" b="1" dirty="0"/>
              <a:t>마켓 </a:t>
            </a:r>
            <a:r>
              <a:rPr lang="ko-KR" altLang="en-US" sz="1100" b="1" dirty="0" err="1"/>
              <a:t>플레이스</a:t>
            </a:r>
            <a:endParaRPr lang="ko-KR" altLang="en-US" sz="1100" b="1" dirty="0"/>
          </a:p>
        </p:txBody>
      </p:sp>
      <p:sp>
        <p:nvSpPr>
          <p:cNvPr id="148" name="Freeform 5">
            <a:extLst>
              <a:ext uri="{FF2B5EF4-FFF2-40B4-BE49-F238E27FC236}">
                <a16:creationId xmlns:a16="http://schemas.microsoft.com/office/drawing/2014/main" id="{F34AAC39-CA89-F35E-8B96-4DD04AD97F5E}"/>
              </a:ext>
            </a:extLst>
          </p:cNvPr>
          <p:cNvSpPr>
            <a:spLocks/>
          </p:cNvSpPr>
          <p:nvPr/>
        </p:nvSpPr>
        <p:spPr bwMode="auto">
          <a:xfrm>
            <a:off x="6578601" y="1495425"/>
            <a:ext cx="5003800" cy="427038"/>
          </a:xfrm>
          <a:custGeom>
            <a:avLst/>
            <a:gdLst>
              <a:gd name="T0" fmla="*/ 1327 w 1327"/>
              <a:gd name="T1" fmla="*/ 102 h 113"/>
              <a:gd name="T2" fmla="*/ 1315 w 1327"/>
              <a:gd name="T3" fmla="*/ 113 h 113"/>
              <a:gd name="T4" fmla="*/ 11 w 1327"/>
              <a:gd name="T5" fmla="*/ 113 h 113"/>
              <a:gd name="T6" fmla="*/ 0 w 1327"/>
              <a:gd name="T7" fmla="*/ 102 h 113"/>
              <a:gd name="T8" fmla="*/ 0 w 1327"/>
              <a:gd name="T9" fmla="*/ 11 h 113"/>
              <a:gd name="T10" fmla="*/ 11 w 1327"/>
              <a:gd name="T11" fmla="*/ 0 h 113"/>
              <a:gd name="T12" fmla="*/ 1315 w 1327"/>
              <a:gd name="T13" fmla="*/ 0 h 113"/>
              <a:gd name="T14" fmla="*/ 1327 w 1327"/>
              <a:gd name="T15" fmla="*/ 11 h 113"/>
              <a:gd name="T16" fmla="*/ 1327 w 1327"/>
              <a:gd name="T17" fmla="*/ 102 h 113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1327" h="113">
                <a:moveTo>
                  <a:pt x="1327" y="102"/>
                </a:moveTo>
                <a:cubicBezTo>
                  <a:pt x="1327" y="108"/>
                  <a:pt x="1322" y="113"/>
                  <a:pt x="1315" y="113"/>
                </a:cubicBezTo>
                <a:cubicBezTo>
                  <a:pt x="11" y="113"/>
                  <a:pt x="11" y="113"/>
                  <a:pt x="11" y="113"/>
                </a:cubicBezTo>
                <a:cubicBezTo>
                  <a:pt x="5" y="113"/>
                  <a:pt x="0" y="108"/>
                  <a:pt x="0" y="102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1315" y="0"/>
                  <a:pt x="1315" y="0"/>
                  <a:pt x="1315" y="0"/>
                </a:cubicBezTo>
                <a:cubicBezTo>
                  <a:pt x="1322" y="0"/>
                  <a:pt x="1327" y="5"/>
                  <a:pt x="1327" y="11"/>
                </a:cubicBezTo>
                <a:lnTo>
                  <a:pt x="1327" y="102"/>
                </a:lnTo>
                <a:close/>
              </a:path>
            </a:pathLst>
          </a:custGeom>
          <a:noFill/>
          <a:ln w="11176" cap="flat">
            <a:solidFill>
              <a:srgbClr val="D77171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78" name="Freeform 6">
            <a:extLst>
              <a:ext uri="{FF2B5EF4-FFF2-40B4-BE49-F238E27FC236}">
                <a16:creationId xmlns:a16="http://schemas.microsoft.com/office/drawing/2014/main" id="{3B39D085-8FA5-71E8-3BC6-DC9279853DE4}"/>
              </a:ext>
            </a:extLst>
          </p:cNvPr>
          <p:cNvSpPr>
            <a:spLocks/>
          </p:cNvSpPr>
          <p:nvPr/>
        </p:nvSpPr>
        <p:spPr bwMode="auto">
          <a:xfrm>
            <a:off x="6578601" y="2070100"/>
            <a:ext cx="5003800" cy="214313"/>
          </a:xfrm>
          <a:custGeom>
            <a:avLst/>
            <a:gdLst>
              <a:gd name="T0" fmla="*/ 1327 w 1327"/>
              <a:gd name="T1" fmla="*/ 45 h 57"/>
              <a:gd name="T2" fmla="*/ 1315 w 1327"/>
              <a:gd name="T3" fmla="*/ 57 h 57"/>
              <a:gd name="T4" fmla="*/ 11 w 1327"/>
              <a:gd name="T5" fmla="*/ 57 h 57"/>
              <a:gd name="T6" fmla="*/ 0 w 1327"/>
              <a:gd name="T7" fmla="*/ 45 h 57"/>
              <a:gd name="T8" fmla="*/ 0 w 1327"/>
              <a:gd name="T9" fmla="*/ 11 h 57"/>
              <a:gd name="T10" fmla="*/ 11 w 1327"/>
              <a:gd name="T11" fmla="*/ 0 h 57"/>
              <a:gd name="T12" fmla="*/ 1315 w 1327"/>
              <a:gd name="T13" fmla="*/ 0 h 57"/>
              <a:gd name="T14" fmla="*/ 1327 w 1327"/>
              <a:gd name="T15" fmla="*/ 11 h 57"/>
              <a:gd name="T16" fmla="*/ 1327 w 1327"/>
              <a:gd name="T17" fmla="*/ 45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1327" h="57">
                <a:moveTo>
                  <a:pt x="1327" y="45"/>
                </a:moveTo>
                <a:cubicBezTo>
                  <a:pt x="1327" y="52"/>
                  <a:pt x="1322" y="57"/>
                  <a:pt x="1315" y="57"/>
                </a:cubicBezTo>
                <a:cubicBezTo>
                  <a:pt x="11" y="57"/>
                  <a:pt x="11" y="57"/>
                  <a:pt x="11" y="57"/>
                </a:cubicBezTo>
                <a:cubicBezTo>
                  <a:pt x="5" y="57"/>
                  <a:pt x="0" y="52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1315" y="0"/>
                  <a:pt x="1315" y="0"/>
                  <a:pt x="1315" y="0"/>
                </a:cubicBezTo>
                <a:cubicBezTo>
                  <a:pt x="1322" y="0"/>
                  <a:pt x="1327" y="5"/>
                  <a:pt x="1327" y="11"/>
                </a:cubicBezTo>
                <a:lnTo>
                  <a:pt x="1327" y="45"/>
                </a:lnTo>
                <a:close/>
              </a:path>
            </a:pathLst>
          </a:custGeom>
          <a:noFill/>
          <a:ln w="11176" cap="flat">
            <a:solidFill>
              <a:srgbClr val="D77171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80" name="Freeform 7">
            <a:extLst>
              <a:ext uri="{FF2B5EF4-FFF2-40B4-BE49-F238E27FC236}">
                <a16:creationId xmlns:a16="http://schemas.microsoft.com/office/drawing/2014/main" id="{74E34AFF-1538-FCA7-8F7C-B8C4325343AB}"/>
              </a:ext>
            </a:extLst>
          </p:cNvPr>
          <p:cNvSpPr>
            <a:spLocks/>
          </p:cNvSpPr>
          <p:nvPr/>
        </p:nvSpPr>
        <p:spPr bwMode="auto">
          <a:xfrm>
            <a:off x="6578601" y="2398713"/>
            <a:ext cx="2500313" cy="214313"/>
          </a:xfrm>
          <a:custGeom>
            <a:avLst/>
            <a:gdLst>
              <a:gd name="T0" fmla="*/ 663 w 663"/>
              <a:gd name="T1" fmla="*/ 45 h 57"/>
              <a:gd name="T2" fmla="*/ 652 w 663"/>
              <a:gd name="T3" fmla="*/ 57 h 57"/>
              <a:gd name="T4" fmla="*/ 11 w 663"/>
              <a:gd name="T5" fmla="*/ 57 h 57"/>
              <a:gd name="T6" fmla="*/ 0 w 663"/>
              <a:gd name="T7" fmla="*/ 45 h 57"/>
              <a:gd name="T8" fmla="*/ 0 w 663"/>
              <a:gd name="T9" fmla="*/ 11 h 57"/>
              <a:gd name="T10" fmla="*/ 11 w 663"/>
              <a:gd name="T11" fmla="*/ 0 h 57"/>
              <a:gd name="T12" fmla="*/ 652 w 663"/>
              <a:gd name="T13" fmla="*/ 0 h 57"/>
              <a:gd name="T14" fmla="*/ 663 w 663"/>
              <a:gd name="T15" fmla="*/ 11 h 57"/>
              <a:gd name="T16" fmla="*/ 663 w 663"/>
              <a:gd name="T17" fmla="*/ 45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663" h="57">
                <a:moveTo>
                  <a:pt x="663" y="45"/>
                </a:moveTo>
                <a:cubicBezTo>
                  <a:pt x="663" y="52"/>
                  <a:pt x="658" y="57"/>
                  <a:pt x="652" y="57"/>
                </a:cubicBezTo>
                <a:cubicBezTo>
                  <a:pt x="11" y="57"/>
                  <a:pt x="11" y="57"/>
                  <a:pt x="11" y="57"/>
                </a:cubicBezTo>
                <a:cubicBezTo>
                  <a:pt x="5" y="57"/>
                  <a:pt x="0" y="52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652" y="0"/>
                  <a:pt x="652" y="0"/>
                  <a:pt x="652" y="0"/>
                </a:cubicBezTo>
                <a:cubicBezTo>
                  <a:pt x="658" y="0"/>
                  <a:pt x="663" y="5"/>
                  <a:pt x="663" y="11"/>
                </a:cubicBezTo>
                <a:lnTo>
                  <a:pt x="663" y="45"/>
                </a:lnTo>
                <a:close/>
              </a:path>
            </a:pathLst>
          </a:custGeom>
          <a:noFill/>
          <a:ln w="11176" cap="flat">
            <a:solidFill>
              <a:srgbClr val="D77171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81" name="Freeform 8">
            <a:extLst>
              <a:ext uri="{FF2B5EF4-FFF2-40B4-BE49-F238E27FC236}">
                <a16:creationId xmlns:a16="http://schemas.microsoft.com/office/drawing/2014/main" id="{15235BD1-A390-4AC2-4783-725AE336A1C6}"/>
              </a:ext>
            </a:extLst>
          </p:cNvPr>
          <p:cNvSpPr>
            <a:spLocks/>
          </p:cNvSpPr>
          <p:nvPr/>
        </p:nvSpPr>
        <p:spPr bwMode="auto">
          <a:xfrm>
            <a:off x="6578601" y="2730500"/>
            <a:ext cx="1250950" cy="211138"/>
          </a:xfrm>
          <a:custGeom>
            <a:avLst/>
            <a:gdLst>
              <a:gd name="T0" fmla="*/ 332 w 332"/>
              <a:gd name="T1" fmla="*/ 45 h 56"/>
              <a:gd name="T2" fmla="*/ 320 w 332"/>
              <a:gd name="T3" fmla="*/ 56 h 56"/>
              <a:gd name="T4" fmla="*/ 11 w 332"/>
              <a:gd name="T5" fmla="*/ 56 h 56"/>
              <a:gd name="T6" fmla="*/ 0 w 332"/>
              <a:gd name="T7" fmla="*/ 45 h 56"/>
              <a:gd name="T8" fmla="*/ 0 w 332"/>
              <a:gd name="T9" fmla="*/ 11 h 56"/>
              <a:gd name="T10" fmla="*/ 11 w 332"/>
              <a:gd name="T11" fmla="*/ 0 h 56"/>
              <a:gd name="T12" fmla="*/ 320 w 332"/>
              <a:gd name="T13" fmla="*/ 0 h 56"/>
              <a:gd name="T14" fmla="*/ 332 w 332"/>
              <a:gd name="T15" fmla="*/ 11 h 56"/>
              <a:gd name="T16" fmla="*/ 332 w 332"/>
              <a:gd name="T17" fmla="*/ 45 h 5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332" h="56">
                <a:moveTo>
                  <a:pt x="332" y="45"/>
                </a:moveTo>
                <a:cubicBezTo>
                  <a:pt x="332" y="51"/>
                  <a:pt x="327" y="56"/>
                  <a:pt x="320" y="56"/>
                </a:cubicBezTo>
                <a:cubicBezTo>
                  <a:pt x="11" y="56"/>
                  <a:pt x="11" y="56"/>
                  <a:pt x="11" y="56"/>
                </a:cubicBezTo>
                <a:cubicBezTo>
                  <a:pt x="5" y="56"/>
                  <a:pt x="0" y="51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320" y="0"/>
                  <a:pt x="320" y="0"/>
                  <a:pt x="320" y="0"/>
                </a:cubicBezTo>
                <a:cubicBezTo>
                  <a:pt x="327" y="0"/>
                  <a:pt x="332" y="5"/>
                  <a:pt x="332" y="11"/>
                </a:cubicBezTo>
                <a:lnTo>
                  <a:pt x="332" y="45"/>
                </a:lnTo>
                <a:close/>
              </a:path>
            </a:pathLst>
          </a:custGeom>
          <a:noFill/>
          <a:ln w="11176" cap="flat">
            <a:solidFill>
              <a:srgbClr val="D77171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82" name="Freeform 9">
            <a:extLst>
              <a:ext uri="{FF2B5EF4-FFF2-40B4-BE49-F238E27FC236}">
                <a16:creationId xmlns:a16="http://schemas.microsoft.com/office/drawing/2014/main" id="{65D106F5-1434-5898-4D1D-F8C63FF2815A}"/>
              </a:ext>
            </a:extLst>
          </p:cNvPr>
          <p:cNvSpPr>
            <a:spLocks/>
          </p:cNvSpPr>
          <p:nvPr/>
        </p:nvSpPr>
        <p:spPr bwMode="auto">
          <a:xfrm>
            <a:off x="6589713" y="3021013"/>
            <a:ext cx="625475" cy="215900"/>
          </a:xfrm>
          <a:custGeom>
            <a:avLst/>
            <a:gdLst>
              <a:gd name="T0" fmla="*/ 166 w 166"/>
              <a:gd name="T1" fmla="*/ 45 h 57"/>
              <a:gd name="T2" fmla="*/ 154 w 166"/>
              <a:gd name="T3" fmla="*/ 57 h 57"/>
              <a:gd name="T4" fmla="*/ 11 w 166"/>
              <a:gd name="T5" fmla="*/ 57 h 57"/>
              <a:gd name="T6" fmla="*/ 0 w 166"/>
              <a:gd name="T7" fmla="*/ 45 h 57"/>
              <a:gd name="T8" fmla="*/ 0 w 166"/>
              <a:gd name="T9" fmla="*/ 11 h 57"/>
              <a:gd name="T10" fmla="*/ 11 w 166"/>
              <a:gd name="T11" fmla="*/ 0 h 57"/>
              <a:gd name="T12" fmla="*/ 154 w 166"/>
              <a:gd name="T13" fmla="*/ 0 h 57"/>
              <a:gd name="T14" fmla="*/ 166 w 166"/>
              <a:gd name="T15" fmla="*/ 11 h 57"/>
              <a:gd name="T16" fmla="*/ 166 w 166"/>
              <a:gd name="T17" fmla="*/ 45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166" h="57">
                <a:moveTo>
                  <a:pt x="166" y="45"/>
                </a:moveTo>
                <a:cubicBezTo>
                  <a:pt x="166" y="52"/>
                  <a:pt x="161" y="57"/>
                  <a:pt x="154" y="57"/>
                </a:cubicBezTo>
                <a:cubicBezTo>
                  <a:pt x="11" y="57"/>
                  <a:pt x="11" y="57"/>
                  <a:pt x="11" y="57"/>
                </a:cubicBezTo>
                <a:cubicBezTo>
                  <a:pt x="5" y="57"/>
                  <a:pt x="0" y="52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154" y="0"/>
                  <a:pt x="154" y="0"/>
                  <a:pt x="154" y="0"/>
                </a:cubicBezTo>
                <a:cubicBezTo>
                  <a:pt x="161" y="0"/>
                  <a:pt x="166" y="5"/>
                  <a:pt x="166" y="11"/>
                </a:cubicBezTo>
                <a:lnTo>
                  <a:pt x="166" y="45"/>
                </a:lnTo>
                <a:close/>
              </a:path>
            </a:pathLst>
          </a:custGeom>
          <a:noFill/>
          <a:ln w="11176" cap="flat">
            <a:solidFill>
              <a:srgbClr val="D77171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83" name="Freeform 10">
            <a:extLst>
              <a:ext uri="{FF2B5EF4-FFF2-40B4-BE49-F238E27FC236}">
                <a16:creationId xmlns:a16="http://schemas.microsoft.com/office/drawing/2014/main" id="{204465B9-D833-90F1-1AAD-7A8980A4F4B8}"/>
              </a:ext>
            </a:extLst>
          </p:cNvPr>
          <p:cNvSpPr>
            <a:spLocks/>
          </p:cNvSpPr>
          <p:nvPr/>
        </p:nvSpPr>
        <p:spPr bwMode="auto">
          <a:xfrm>
            <a:off x="6597651" y="3311525"/>
            <a:ext cx="312738" cy="215900"/>
          </a:xfrm>
          <a:custGeom>
            <a:avLst/>
            <a:gdLst>
              <a:gd name="T0" fmla="*/ 83 w 83"/>
              <a:gd name="T1" fmla="*/ 45 h 57"/>
              <a:gd name="T2" fmla="*/ 72 w 83"/>
              <a:gd name="T3" fmla="*/ 57 h 57"/>
              <a:gd name="T4" fmla="*/ 11 w 83"/>
              <a:gd name="T5" fmla="*/ 57 h 57"/>
              <a:gd name="T6" fmla="*/ 0 w 83"/>
              <a:gd name="T7" fmla="*/ 45 h 57"/>
              <a:gd name="T8" fmla="*/ 0 w 83"/>
              <a:gd name="T9" fmla="*/ 11 h 57"/>
              <a:gd name="T10" fmla="*/ 11 w 83"/>
              <a:gd name="T11" fmla="*/ 0 h 57"/>
              <a:gd name="T12" fmla="*/ 72 w 83"/>
              <a:gd name="T13" fmla="*/ 0 h 57"/>
              <a:gd name="T14" fmla="*/ 83 w 83"/>
              <a:gd name="T15" fmla="*/ 11 h 57"/>
              <a:gd name="T16" fmla="*/ 83 w 83"/>
              <a:gd name="T17" fmla="*/ 45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83" h="57">
                <a:moveTo>
                  <a:pt x="83" y="45"/>
                </a:moveTo>
                <a:cubicBezTo>
                  <a:pt x="83" y="52"/>
                  <a:pt x="78" y="57"/>
                  <a:pt x="72" y="57"/>
                </a:cubicBezTo>
                <a:cubicBezTo>
                  <a:pt x="11" y="57"/>
                  <a:pt x="11" y="57"/>
                  <a:pt x="11" y="57"/>
                </a:cubicBezTo>
                <a:cubicBezTo>
                  <a:pt x="5" y="57"/>
                  <a:pt x="0" y="52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72" y="0"/>
                  <a:pt x="72" y="0"/>
                  <a:pt x="72" y="0"/>
                </a:cubicBezTo>
                <a:cubicBezTo>
                  <a:pt x="78" y="0"/>
                  <a:pt x="83" y="5"/>
                  <a:pt x="83" y="11"/>
                </a:cubicBezTo>
                <a:lnTo>
                  <a:pt x="83" y="45"/>
                </a:lnTo>
                <a:close/>
              </a:path>
            </a:pathLst>
          </a:custGeom>
          <a:noFill/>
          <a:ln w="11176" cap="flat">
            <a:solidFill>
              <a:srgbClr val="D77171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84" name="Freeform 11">
            <a:extLst>
              <a:ext uri="{FF2B5EF4-FFF2-40B4-BE49-F238E27FC236}">
                <a16:creationId xmlns:a16="http://schemas.microsoft.com/office/drawing/2014/main" id="{C6866055-19E5-11A8-3186-42F81A02197F}"/>
              </a:ext>
            </a:extLst>
          </p:cNvPr>
          <p:cNvSpPr>
            <a:spLocks/>
          </p:cNvSpPr>
          <p:nvPr/>
        </p:nvSpPr>
        <p:spPr bwMode="auto">
          <a:xfrm>
            <a:off x="6578601" y="3821113"/>
            <a:ext cx="5003800" cy="215900"/>
          </a:xfrm>
          <a:custGeom>
            <a:avLst/>
            <a:gdLst>
              <a:gd name="T0" fmla="*/ 1327 w 1327"/>
              <a:gd name="T1" fmla="*/ 29 h 57"/>
              <a:gd name="T2" fmla="*/ 1298 w 1327"/>
              <a:gd name="T3" fmla="*/ 57 h 57"/>
              <a:gd name="T4" fmla="*/ 28 w 1327"/>
              <a:gd name="T5" fmla="*/ 57 h 57"/>
              <a:gd name="T6" fmla="*/ 0 w 1327"/>
              <a:gd name="T7" fmla="*/ 29 h 57"/>
              <a:gd name="T8" fmla="*/ 0 w 1327"/>
              <a:gd name="T9" fmla="*/ 29 h 57"/>
              <a:gd name="T10" fmla="*/ 28 w 1327"/>
              <a:gd name="T11" fmla="*/ 0 h 57"/>
              <a:gd name="T12" fmla="*/ 1298 w 1327"/>
              <a:gd name="T13" fmla="*/ 0 h 57"/>
              <a:gd name="T14" fmla="*/ 1327 w 1327"/>
              <a:gd name="T15" fmla="*/ 29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1327" h="57">
                <a:moveTo>
                  <a:pt x="1327" y="29"/>
                </a:moveTo>
                <a:cubicBezTo>
                  <a:pt x="1327" y="44"/>
                  <a:pt x="1314" y="57"/>
                  <a:pt x="1298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9"/>
                </a:cubicBezTo>
                <a:cubicBezTo>
                  <a:pt x="0" y="29"/>
                  <a:pt x="0" y="29"/>
                  <a:pt x="0" y="29"/>
                </a:cubicBezTo>
                <a:cubicBezTo>
                  <a:pt x="0" y="13"/>
                  <a:pt x="13" y="0"/>
                  <a:pt x="28" y="0"/>
                </a:cubicBezTo>
                <a:cubicBezTo>
                  <a:pt x="1298" y="0"/>
                  <a:pt x="1298" y="0"/>
                  <a:pt x="1298" y="0"/>
                </a:cubicBezTo>
                <a:cubicBezTo>
                  <a:pt x="1314" y="0"/>
                  <a:pt x="1327" y="13"/>
                  <a:pt x="1327" y="29"/>
                </a:cubicBezTo>
                <a:close/>
              </a:path>
            </a:pathLst>
          </a:custGeom>
          <a:noFill/>
          <a:ln w="11176" cap="flat">
            <a:solidFill>
              <a:srgbClr val="D77171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85" name="Freeform 12">
            <a:extLst>
              <a:ext uri="{FF2B5EF4-FFF2-40B4-BE49-F238E27FC236}">
                <a16:creationId xmlns:a16="http://schemas.microsoft.com/office/drawing/2014/main" id="{FCBA949E-B77C-29C0-F3D2-EE4C04647B24}"/>
              </a:ext>
            </a:extLst>
          </p:cNvPr>
          <p:cNvSpPr>
            <a:spLocks/>
          </p:cNvSpPr>
          <p:nvPr/>
        </p:nvSpPr>
        <p:spPr bwMode="auto">
          <a:xfrm>
            <a:off x="6578601" y="4154488"/>
            <a:ext cx="2500313" cy="214313"/>
          </a:xfrm>
          <a:custGeom>
            <a:avLst/>
            <a:gdLst>
              <a:gd name="T0" fmla="*/ 663 w 663"/>
              <a:gd name="T1" fmla="*/ 29 h 57"/>
              <a:gd name="T2" fmla="*/ 635 w 663"/>
              <a:gd name="T3" fmla="*/ 57 h 57"/>
              <a:gd name="T4" fmla="*/ 28 w 663"/>
              <a:gd name="T5" fmla="*/ 57 h 57"/>
              <a:gd name="T6" fmla="*/ 0 w 663"/>
              <a:gd name="T7" fmla="*/ 29 h 57"/>
              <a:gd name="T8" fmla="*/ 0 w 663"/>
              <a:gd name="T9" fmla="*/ 29 h 57"/>
              <a:gd name="T10" fmla="*/ 28 w 663"/>
              <a:gd name="T11" fmla="*/ 0 h 57"/>
              <a:gd name="T12" fmla="*/ 635 w 663"/>
              <a:gd name="T13" fmla="*/ 0 h 57"/>
              <a:gd name="T14" fmla="*/ 663 w 663"/>
              <a:gd name="T15" fmla="*/ 29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663" h="57">
                <a:moveTo>
                  <a:pt x="663" y="29"/>
                </a:moveTo>
                <a:cubicBezTo>
                  <a:pt x="663" y="44"/>
                  <a:pt x="651" y="57"/>
                  <a:pt x="635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9"/>
                </a:cubicBezTo>
                <a:cubicBezTo>
                  <a:pt x="0" y="29"/>
                  <a:pt x="0" y="29"/>
                  <a:pt x="0" y="29"/>
                </a:cubicBezTo>
                <a:cubicBezTo>
                  <a:pt x="0" y="13"/>
                  <a:pt x="13" y="0"/>
                  <a:pt x="28" y="0"/>
                </a:cubicBezTo>
                <a:cubicBezTo>
                  <a:pt x="635" y="0"/>
                  <a:pt x="635" y="0"/>
                  <a:pt x="635" y="0"/>
                </a:cubicBezTo>
                <a:cubicBezTo>
                  <a:pt x="651" y="0"/>
                  <a:pt x="663" y="13"/>
                  <a:pt x="663" y="29"/>
                </a:cubicBezTo>
                <a:close/>
              </a:path>
            </a:pathLst>
          </a:custGeom>
          <a:noFill/>
          <a:ln w="11176" cap="flat">
            <a:solidFill>
              <a:srgbClr val="D77171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86" name="Freeform 13">
            <a:extLst>
              <a:ext uri="{FF2B5EF4-FFF2-40B4-BE49-F238E27FC236}">
                <a16:creationId xmlns:a16="http://schemas.microsoft.com/office/drawing/2014/main" id="{87E1E53F-BC96-D02E-480A-B22971456830}"/>
              </a:ext>
            </a:extLst>
          </p:cNvPr>
          <p:cNvSpPr>
            <a:spLocks/>
          </p:cNvSpPr>
          <p:nvPr/>
        </p:nvSpPr>
        <p:spPr bwMode="auto">
          <a:xfrm>
            <a:off x="6578601" y="4497388"/>
            <a:ext cx="1250950" cy="215900"/>
          </a:xfrm>
          <a:custGeom>
            <a:avLst/>
            <a:gdLst>
              <a:gd name="T0" fmla="*/ 332 w 332"/>
              <a:gd name="T1" fmla="*/ 29 h 57"/>
              <a:gd name="T2" fmla="*/ 303 w 332"/>
              <a:gd name="T3" fmla="*/ 57 h 57"/>
              <a:gd name="T4" fmla="*/ 28 w 332"/>
              <a:gd name="T5" fmla="*/ 57 h 57"/>
              <a:gd name="T6" fmla="*/ 0 w 332"/>
              <a:gd name="T7" fmla="*/ 29 h 57"/>
              <a:gd name="T8" fmla="*/ 0 w 332"/>
              <a:gd name="T9" fmla="*/ 29 h 57"/>
              <a:gd name="T10" fmla="*/ 28 w 332"/>
              <a:gd name="T11" fmla="*/ 0 h 57"/>
              <a:gd name="T12" fmla="*/ 303 w 332"/>
              <a:gd name="T13" fmla="*/ 0 h 57"/>
              <a:gd name="T14" fmla="*/ 332 w 332"/>
              <a:gd name="T15" fmla="*/ 29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332" h="57">
                <a:moveTo>
                  <a:pt x="332" y="29"/>
                </a:moveTo>
                <a:cubicBezTo>
                  <a:pt x="332" y="44"/>
                  <a:pt x="319" y="57"/>
                  <a:pt x="303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9"/>
                </a:cubicBezTo>
                <a:cubicBezTo>
                  <a:pt x="0" y="29"/>
                  <a:pt x="0" y="29"/>
                  <a:pt x="0" y="29"/>
                </a:cubicBezTo>
                <a:cubicBezTo>
                  <a:pt x="0" y="13"/>
                  <a:pt x="13" y="0"/>
                  <a:pt x="28" y="0"/>
                </a:cubicBezTo>
                <a:cubicBezTo>
                  <a:pt x="303" y="0"/>
                  <a:pt x="303" y="0"/>
                  <a:pt x="303" y="0"/>
                </a:cubicBezTo>
                <a:cubicBezTo>
                  <a:pt x="319" y="0"/>
                  <a:pt x="332" y="13"/>
                  <a:pt x="332" y="29"/>
                </a:cubicBezTo>
                <a:close/>
              </a:path>
            </a:pathLst>
          </a:custGeom>
          <a:noFill/>
          <a:ln w="11176" cap="flat">
            <a:solidFill>
              <a:srgbClr val="D77171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87" name="Freeform 14">
            <a:extLst>
              <a:ext uri="{FF2B5EF4-FFF2-40B4-BE49-F238E27FC236}">
                <a16:creationId xmlns:a16="http://schemas.microsoft.com/office/drawing/2014/main" id="{774CA44C-FF62-75B8-E6F4-24B86CF01A05}"/>
              </a:ext>
            </a:extLst>
          </p:cNvPr>
          <p:cNvSpPr>
            <a:spLocks/>
          </p:cNvSpPr>
          <p:nvPr/>
        </p:nvSpPr>
        <p:spPr bwMode="auto">
          <a:xfrm>
            <a:off x="6578601" y="4826000"/>
            <a:ext cx="625475" cy="215900"/>
          </a:xfrm>
          <a:custGeom>
            <a:avLst/>
            <a:gdLst>
              <a:gd name="T0" fmla="*/ 166 w 166"/>
              <a:gd name="T1" fmla="*/ 28 h 57"/>
              <a:gd name="T2" fmla="*/ 137 w 166"/>
              <a:gd name="T3" fmla="*/ 57 h 57"/>
              <a:gd name="T4" fmla="*/ 28 w 166"/>
              <a:gd name="T5" fmla="*/ 57 h 57"/>
              <a:gd name="T6" fmla="*/ 0 w 166"/>
              <a:gd name="T7" fmla="*/ 28 h 57"/>
              <a:gd name="T8" fmla="*/ 0 w 166"/>
              <a:gd name="T9" fmla="*/ 28 h 57"/>
              <a:gd name="T10" fmla="*/ 28 w 166"/>
              <a:gd name="T11" fmla="*/ 0 h 57"/>
              <a:gd name="T12" fmla="*/ 137 w 166"/>
              <a:gd name="T13" fmla="*/ 0 h 57"/>
              <a:gd name="T14" fmla="*/ 166 w 166"/>
              <a:gd name="T15" fmla="*/ 28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166" h="57">
                <a:moveTo>
                  <a:pt x="166" y="28"/>
                </a:moveTo>
                <a:cubicBezTo>
                  <a:pt x="166" y="44"/>
                  <a:pt x="153" y="57"/>
                  <a:pt x="137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8"/>
                </a:cubicBezTo>
                <a:cubicBezTo>
                  <a:pt x="0" y="28"/>
                  <a:pt x="0" y="28"/>
                  <a:pt x="0" y="28"/>
                </a:cubicBezTo>
                <a:cubicBezTo>
                  <a:pt x="0" y="13"/>
                  <a:pt x="13" y="0"/>
                  <a:pt x="28" y="0"/>
                </a:cubicBezTo>
                <a:cubicBezTo>
                  <a:pt x="137" y="0"/>
                  <a:pt x="137" y="0"/>
                  <a:pt x="137" y="0"/>
                </a:cubicBezTo>
                <a:cubicBezTo>
                  <a:pt x="153" y="0"/>
                  <a:pt x="166" y="13"/>
                  <a:pt x="166" y="28"/>
                </a:cubicBezTo>
                <a:close/>
              </a:path>
            </a:pathLst>
          </a:custGeom>
          <a:noFill/>
          <a:ln w="11176" cap="flat">
            <a:solidFill>
              <a:srgbClr val="D77171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88" name="Freeform 15">
            <a:extLst>
              <a:ext uri="{FF2B5EF4-FFF2-40B4-BE49-F238E27FC236}">
                <a16:creationId xmlns:a16="http://schemas.microsoft.com/office/drawing/2014/main" id="{473640B7-84C1-14D5-05AE-36B4ED8FB2A6}"/>
              </a:ext>
            </a:extLst>
          </p:cNvPr>
          <p:cNvSpPr>
            <a:spLocks/>
          </p:cNvSpPr>
          <p:nvPr/>
        </p:nvSpPr>
        <p:spPr bwMode="auto">
          <a:xfrm>
            <a:off x="6578601" y="5143500"/>
            <a:ext cx="312738" cy="214313"/>
          </a:xfrm>
          <a:custGeom>
            <a:avLst/>
            <a:gdLst>
              <a:gd name="T0" fmla="*/ 83 w 83"/>
              <a:gd name="T1" fmla="*/ 28 h 57"/>
              <a:gd name="T2" fmla="*/ 55 w 83"/>
              <a:gd name="T3" fmla="*/ 57 h 57"/>
              <a:gd name="T4" fmla="*/ 28 w 83"/>
              <a:gd name="T5" fmla="*/ 57 h 57"/>
              <a:gd name="T6" fmla="*/ 0 w 83"/>
              <a:gd name="T7" fmla="*/ 28 h 57"/>
              <a:gd name="T8" fmla="*/ 0 w 83"/>
              <a:gd name="T9" fmla="*/ 28 h 57"/>
              <a:gd name="T10" fmla="*/ 28 w 83"/>
              <a:gd name="T11" fmla="*/ 0 h 57"/>
              <a:gd name="T12" fmla="*/ 55 w 83"/>
              <a:gd name="T13" fmla="*/ 0 h 57"/>
              <a:gd name="T14" fmla="*/ 83 w 83"/>
              <a:gd name="T15" fmla="*/ 28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83" h="57">
                <a:moveTo>
                  <a:pt x="83" y="28"/>
                </a:moveTo>
                <a:cubicBezTo>
                  <a:pt x="83" y="44"/>
                  <a:pt x="70" y="57"/>
                  <a:pt x="55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8"/>
                </a:cubicBezTo>
                <a:cubicBezTo>
                  <a:pt x="0" y="28"/>
                  <a:pt x="0" y="28"/>
                  <a:pt x="0" y="28"/>
                </a:cubicBezTo>
                <a:cubicBezTo>
                  <a:pt x="0" y="13"/>
                  <a:pt x="13" y="0"/>
                  <a:pt x="28" y="0"/>
                </a:cubicBezTo>
                <a:cubicBezTo>
                  <a:pt x="55" y="0"/>
                  <a:pt x="55" y="0"/>
                  <a:pt x="55" y="0"/>
                </a:cubicBezTo>
                <a:cubicBezTo>
                  <a:pt x="70" y="0"/>
                  <a:pt x="83" y="13"/>
                  <a:pt x="83" y="28"/>
                </a:cubicBezTo>
                <a:close/>
              </a:path>
            </a:pathLst>
          </a:custGeom>
          <a:noFill/>
          <a:ln w="11176" cap="flat">
            <a:solidFill>
              <a:srgbClr val="D77171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93" name="Freeform 19">
            <a:extLst>
              <a:ext uri="{FF2B5EF4-FFF2-40B4-BE49-F238E27FC236}">
                <a16:creationId xmlns:a16="http://schemas.microsoft.com/office/drawing/2014/main" id="{48135F2F-189E-3F21-9980-27C2185BE5D7}"/>
              </a:ext>
            </a:extLst>
          </p:cNvPr>
          <p:cNvSpPr>
            <a:spLocks/>
          </p:cNvSpPr>
          <p:nvPr/>
        </p:nvSpPr>
        <p:spPr bwMode="auto">
          <a:xfrm>
            <a:off x="846138" y="1495425"/>
            <a:ext cx="5003800" cy="427038"/>
          </a:xfrm>
          <a:custGeom>
            <a:avLst/>
            <a:gdLst>
              <a:gd name="T0" fmla="*/ 1327 w 1327"/>
              <a:gd name="T1" fmla="*/ 102 h 113"/>
              <a:gd name="T2" fmla="*/ 1315 w 1327"/>
              <a:gd name="T3" fmla="*/ 113 h 113"/>
              <a:gd name="T4" fmla="*/ 11 w 1327"/>
              <a:gd name="T5" fmla="*/ 113 h 113"/>
              <a:gd name="T6" fmla="*/ 0 w 1327"/>
              <a:gd name="T7" fmla="*/ 102 h 113"/>
              <a:gd name="T8" fmla="*/ 0 w 1327"/>
              <a:gd name="T9" fmla="*/ 11 h 113"/>
              <a:gd name="T10" fmla="*/ 11 w 1327"/>
              <a:gd name="T11" fmla="*/ 0 h 113"/>
              <a:gd name="T12" fmla="*/ 1315 w 1327"/>
              <a:gd name="T13" fmla="*/ 0 h 113"/>
              <a:gd name="T14" fmla="*/ 1327 w 1327"/>
              <a:gd name="T15" fmla="*/ 11 h 113"/>
              <a:gd name="T16" fmla="*/ 1327 w 1327"/>
              <a:gd name="T17" fmla="*/ 102 h 113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1327" h="113">
                <a:moveTo>
                  <a:pt x="1327" y="102"/>
                </a:moveTo>
                <a:cubicBezTo>
                  <a:pt x="1327" y="108"/>
                  <a:pt x="1322" y="113"/>
                  <a:pt x="1315" y="113"/>
                </a:cubicBezTo>
                <a:cubicBezTo>
                  <a:pt x="11" y="113"/>
                  <a:pt x="11" y="113"/>
                  <a:pt x="11" y="113"/>
                </a:cubicBezTo>
                <a:cubicBezTo>
                  <a:pt x="5" y="113"/>
                  <a:pt x="0" y="108"/>
                  <a:pt x="0" y="102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1315" y="0"/>
                  <a:pt x="1315" y="0"/>
                  <a:pt x="1315" y="0"/>
                </a:cubicBezTo>
                <a:cubicBezTo>
                  <a:pt x="1322" y="0"/>
                  <a:pt x="1327" y="5"/>
                  <a:pt x="1327" y="11"/>
                </a:cubicBezTo>
                <a:lnTo>
                  <a:pt x="1327" y="102"/>
                </a:lnTo>
                <a:close/>
              </a:path>
            </a:pathLst>
          </a:custGeom>
          <a:noFill/>
          <a:ln w="11113" cap="flat">
            <a:solidFill>
              <a:srgbClr val="148D9B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94" name="Freeform 20">
            <a:extLst>
              <a:ext uri="{FF2B5EF4-FFF2-40B4-BE49-F238E27FC236}">
                <a16:creationId xmlns:a16="http://schemas.microsoft.com/office/drawing/2014/main" id="{1153F6AF-8A03-433A-E041-6B91DD9C508D}"/>
              </a:ext>
            </a:extLst>
          </p:cNvPr>
          <p:cNvSpPr>
            <a:spLocks/>
          </p:cNvSpPr>
          <p:nvPr/>
        </p:nvSpPr>
        <p:spPr bwMode="auto">
          <a:xfrm>
            <a:off x="846138" y="2070100"/>
            <a:ext cx="5003800" cy="214313"/>
          </a:xfrm>
          <a:custGeom>
            <a:avLst/>
            <a:gdLst>
              <a:gd name="T0" fmla="*/ 1327 w 1327"/>
              <a:gd name="T1" fmla="*/ 45 h 57"/>
              <a:gd name="T2" fmla="*/ 1315 w 1327"/>
              <a:gd name="T3" fmla="*/ 57 h 57"/>
              <a:gd name="T4" fmla="*/ 11 w 1327"/>
              <a:gd name="T5" fmla="*/ 57 h 57"/>
              <a:gd name="T6" fmla="*/ 0 w 1327"/>
              <a:gd name="T7" fmla="*/ 45 h 57"/>
              <a:gd name="T8" fmla="*/ 0 w 1327"/>
              <a:gd name="T9" fmla="*/ 11 h 57"/>
              <a:gd name="T10" fmla="*/ 11 w 1327"/>
              <a:gd name="T11" fmla="*/ 0 h 57"/>
              <a:gd name="T12" fmla="*/ 1315 w 1327"/>
              <a:gd name="T13" fmla="*/ 0 h 57"/>
              <a:gd name="T14" fmla="*/ 1327 w 1327"/>
              <a:gd name="T15" fmla="*/ 11 h 57"/>
              <a:gd name="T16" fmla="*/ 1327 w 1327"/>
              <a:gd name="T17" fmla="*/ 45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1327" h="57">
                <a:moveTo>
                  <a:pt x="1327" y="45"/>
                </a:moveTo>
                <a:cubicBezTo>
                  <a:pt x="1327" y="52"/>
                  <a:pt x="1322" y="57"/>
                  <a:pt x="1315" y="57"/>
                </a:cubicBezTo>
                <a:cubicBezTo>
                  <a:pt x="11" y="57"/>
                  <a:pt x="11" y="57"/>
                  <a:pt x="11" y="57"/>
                </a:cubicBezTo>
                <a:cubicBezTo>
                  <a:pt x="5" y="57"/>
                  <a:pt x="0" y="52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1315" y="0"/>
                  <a:pt x="1315" y="0"/>
                  <a:pt x="1315" y="0"/>
                </a:cubicBezTo>
                <a:cubicBezTo>
                  <a:pt x="1322" y="0"/>
                  <a:pt x="1327" y="5"/>
                  <a:pt x="1327" y="11"/>
                </a:cubicBezTo>
                <a:lnTo>
                  <a:pt x="1327" y="45"/>
                </a:lnTo>
                <a:close/>
              </a:path>
            </a:pathLst>
          </a:custGeom>
          <a:noFill/>
          <a:ln w="11113" cap="flat">
            <a:solidFill>
              <a:srgbClr val="148D9B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95" name="Freeform 21">
            <a:extLst>
              <a:ext uri="{FF2B5EF4-FFF2-40B4-BE49-F238E27FC236}">
                <a16:creationId xmlns:a16="http://schemas.microsoft.com/office/drawing/2014/main" id="{A42E0B16-3DBF-33C1-4631-A3C0AEDC1045}"/>
              </a:ext>
            </a:extLst>
          </p:cNvPr>
          <p:cNvSpPr>
            <a:spLocks/>
          </p:cNvSpPr>
          <p:nvPr/>
        </p:nvSpPr>
        <p:spPr bwMode="auto">
          <a:xfrm>
            <a:off x="846138" y="2398713"/>
            <a:ext cx="2500313" cy="214313"/>
          </a:xfrm>
          <a:custGeom>
            <a:avLst/>
            <a:gdLst>
              <a:gd name="T0" fmla="*/ 663 w 663"/>
              <a:gd name="T1" fmla="*/ 45 h 57"/>
              <a:gd name="T2" fmla="*/ 652 w 663"/>
              <a:gd name="T3" fmla="*/ 57 h 57"/>
              <a:gd name="T4" fmla="*/ 11 w 663"/>
              <a:gd name="T5" fmla="*/ 57 h 57"/>
              <a:gd name="T6" fmla="*/ 0 w 663"/>
              <a:gd name="T7" fmla="*/ 45 h 57"/>
              <a:gd name="T8" fmla="*/ 0 w 663"/>
              <a:gd name="T9" fmla="*/ 11 h 57"/>
              <a:gd name="T10" fmla="*/ 11 w 663"/>
              <a:gd name="T11" fmla="*/ 0 h 57"/>
              <a:gd name="T12" fmla="*/ 652 w 663"/>
              <a:gd name="T13" fmla="*/ 0 h 57"/>
              <a:gd name="T14" fmla="*/ 663 w 663"/>
              <a:gd name="T15" fmla="*/ 11 h 57"/>
              <a:gd name="T16" fmla="*/ 663 w 663"/>
              <a:gd name="T17" fmla="*/ 45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663" h="57">
                <a:moveTo>
                  <a:pt x="663" y="45"/>
                </a:moveTo>
                <a:cubicBezTo>
                  <a:pt x="663" y="52"/>
                  <a:pt x="658" y="57"/>
                  <a:pt x="652" y="57"/>
                </a:cubicBezTo>
                <a:cubicBezTo>
                  <a:pt x="11" y="57"/>
                  <a:pt x="11" y="57"/>
                  <a:pt x="11" y="57"/>
                </a:cubicBezTo>
                <a:cubicBezTo>
                  <a:pt x="5" y="57"/>
                  <a:pt x="0" y="52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652" y="0"/>
                  <a:pt x="652" y="0"/>
                  <a:pt x="652" y="0"/>
                </a:cubicBezTo>
                <a:cubicBezTo>
                  <a:pt x="658" y="0"/>
                  <a:pt x="663" y="5"/>
                  <a:pt x="663" y="11"/>
                </a:cubicBezTo>
                <a:lnTo>
                  <a:pt x="663" y="45"/>
                </a:lnTo>
                <a:close/>
              </a:path>
            </a:pathLst>
          </a:custGeom>
          <a:noFill/>
          <a:ln w="11113" cap="flat">
            <a:solidFill>
              <a:srgbClr val="148D9B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96" name="Freeform 22">
            <a:extLst>
              <a:ext uri="{FF2B5EF4-FFF2-40B4-BE49-F238E27FC236}">
                <a16:creationId xmlns:a16="http://schemas.microsoft.com/office/drawing/2014/main" id="{DD93EC3F-05F3-7F37-CA1C-3B1A9F0560EA}"/>
              </a:ext>
            </a:extLst>
          </p:cNvPr>
          <p:cNvSpPr>
            <a:spLocks/>
          </p:cNvSpPr>
          <p:nvPr/>
        </p:nvSpPr>
        <p:spPr bwMode="auto">
          <a:xfrm>
            <a:off x="846138" y="2730500"/>
            <a:ext cx="1250950" cy="211138"/>
          </a:xfrm>
          <a:custGeom>
            <a:avLst/>
            <a:gdLst>
              <a:gd name="T0" fmla="*/ 332 w 332"/>
              <a:gd name="T1" fmla="*/ 45 h 56"/>
              <a:gd name="T2" fmla="*/ 320 w 332"/>
              <a:gd name="T3" fmla="*/ 56 h 56"/>
              <a:gd name="T4" fmla="*/ 11 w 332"/>
              <a:gd name="T5" fmla="*/ 56 h 56"/>
              <a:gd name="T6" fmla="*/ 0 w 332"/>
              <a:gd name="T7" fmla="*/ 45 h 56"/>
              <a:gd name="T8" fmla="*/ 0 w 332"/>
              <a:gd name="T9" fmla="*/ 11 h 56"/>
              <a:gd name="T10" fmla="*/ 11 w 332"/>
              <a:gd name="T11" fmla="*/ 0 h 56"/>
              <a:gd name="T12" fmla="*/ 320 w 332"/>
              <a:gd name="T13" fmla="*/ 0 h 56"/>
              <a:gd name="T14" fmla="*/ 332 w 332"/>
              <a:gd name="T15" fmla="*/ 11 h 56"/>
              <a:gd name="T16" fmla="*/ 332 w 332"/>
              <a:gd name="T17" fmla="*/ 45 h 5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332" h="56">
                <a:moveTo>
                  <a:pt x="332" y="45"/>
                </a:moveTo>
                <a:cubicBezTo>
                  <a:pt x="332" y="51"/>
                  <a:pt x="327" y="56"/>
                  <a:pt x="320" y="56"/>
                </a:cubicBezTo>
                <a:cubicBezTo>
                  <a:pt x="11" y="56"/>
                  <a:pt x="11" y="56"/>
                  <a:pt x="11" y="56"/>
                </a:cubicBezTo>
                <a:cubicBezTo>
                  <a:pt x="5" y="56"/>
                  <a:pt x="0" y="51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320" y="0"/>
                  <a:pt x="320" y="0"/>
                  <a:pt x="320" y="0"/>
                </a:cubicBezTo>
                <a:cubicBezTo>
                  <a:pt x="327" y="0"/>
                  <a:pt x="332" y="5"/>
                  <a:pt x="332" y="11"/>
                </a:cubicBezTo>
                <a:lnTo>
                  <a:pt x="332" y="45"/>
                </a:lnTo>
                <a:close/>
              </a:path>
            </a:pathLst>
          </a:custGeom>
          <a:noFill/>
          <a:ln w="11113" cap="flat">
            <a:solidFill>
              <a:srgbClr val="148D9B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97" name="Freeform 23">
            <a:extLst>
              <a:ext uri="{FF2B5EF4-FFF2-40B4-BE49-F238E27FC236}">
                <a16:creationId xmlns:a16="http://schemas.microsoft.com/office/drawing/2014/main" id="{8067464B-F839-3DED-EF00-696DF555ECC3}"/>
              </a:ext>
            </a:extLst>
          </p:cNvPr>
          <p:cNvSpPr>
            <a:spLocks/>
          </p:cNvSpPr>
          <p:nvPr/>
        </p:nvSpPr>
        <p:spPr bwMode="auto">
          <a:xfrm>
            <a:off x="857250" y="3021013"/>
            <a:ext cx="625475" cy="215900"/>
          </a:xfrm>
          <a:custGeom>
            <a:avLst/>
            <a:gdLst>
              <a:gd name="T0" fmla="*/ 166 w 166"/>
              <a:gd name="T1" fmla="*/ 45 h 57"/>
              <a:gd name="T2" fmla="*/ 154 w 166"/>
              <a:gd name="T3" fmla="*/ 57 h 57"/>
              <a:gd name="T4" fmla="*/ 11 w 166"/>
              <a:gd name="T5" fmla="*/ 57 h 57"/>
              <a:gd name="T6" fmla="*/ 0 w 166"/>
              <a:gd name="T7" fmla="*/ 45 h 57"/>
              <a:gd name="T8" fmla="*/ 0 w 166"/>
              <a:gd name="T9" fmla="*/ 11 h 57"/>
              <a:gd name="T10" fmla="*/ 11 w 166"/>
              <a:gd name="T11" fmla="*/ 0 h 57"/>
              <a:gd name="T12" fmla="*/ 154 w 166"/>
              <a:gd name="T13" fmla="*/ 0 h 57"/>
              <a:gd name="T14" fmla="*/ 166 w 166"/>
              <a:gd name="T15" fmla="*/ 11 h 57"/>
              <a:gd name="T16" fmla="*/ 166 w 166"/>
              <a:gd name="T17" fmla="*/ 45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166" h="57">
                <a:moveTo>
                  <a:pt x="166" y="45"/>
                </a:moveTo>
                <a:cubicBezTo>
                  <a:pt x="166" y="52"/>
                  <a:pt x="161" y="57"/>
                  <a:pt x="154" y="57"/>
                </a:cubicBezTo>
                <a:cubicBezTo>
                  <a:pt x="11" y="57"/>
                  <a:pt x="11" y="57"/>
                  <a:pt x="11" y="57"/>
                </a:cubicBezTo>
                <a:cubicBezTo>
                  <a:pt x="5" y="57"/>
                  <a:pt x="0" y="52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154" y="0"/>
                  <a:pt x="154" y="0"/>
                  <a:pt x="154" y="0"/>
                </a:cubicBezTo>
                <a:cubicBezTo>
                  <a:pt x="161" y="0"/>
                  <a:pt x="166" y="5"/>
                  <a:pt x="166" y="11"/>
                </a:cubicBezTo>
                <a:lnTo>
                  <a:pt x="166" y="45"/>
                </a:lnTo>
                <a:close/>
              </a:path>
            </a:pathLst>
          </a:custGeom>
          <a:noFill/>
          <a:ln w="11113" cap="flat">
            <a:solidFill>
              <a:srgbClr val="148D9B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98" name="Freeform 24">
            <a:extLst>
              <a:ext uri="{FF2B5EF4-FFF2-40B4-BE49-F238E27FC236}">
                <a16:creationId xmlns:a16="http://schemas.microsoft.com/office/drawing/2014/main" id="{9D9D7E13-42F3-3594-BF0D-583AB92B9422}"/>
              </a:ext>
            </a:extLst>
          </p:cNvPr>
          <p:cNvSpPr>
            <a:spLocks/>
          </p:cNvSpPr>
          <p:nvPr/>
        </p:nvSpPr>
        <p:spPr bwMode="auto">
          <a:xfrm>
            <a:off x="865188" y="3311525"/>
            <a:ext cx="312738" cy="215900"/>
          </a:xfrm>
          <a:custGeom>
            <a:avLst/>
            <a:gdLst>
              <a:gd name="T0" fmla="*/ 83 w 83"/>
              <a:gd name="T1" fmla="*/ 45 h 57"/>
              <a:gd name="T2" fmla="*/ 72 w 83"/>
              <a:gd name="T3" fmla="*/ 57 h 57"/>
              <a:gd name="T4" fmla="*/ 11 w 83"/>
              <a:gd name="T5" fmla="*/ 57 h 57"/>
              <a:gd name="T6" fmla="*/ 0 w 83"/>
              <a:gd name="T7" fmla="*/ 45 h 57"/>
              <a:gd name="T8" fmla="*/ 0 w 83"/>
              <a:gd name="T9" fmla="*/ 11 h 57"/>
              <a:gd name="T10" fmla="*/ 11 w 83"/>
              <a:gd name="T11" fmla="*/ 0 h 57"/>
              <a:gd name="T12" fmla="*/ 72 w 83"/>
              <a:gd name="T13" fmla="*/ 0 h 57"/>
              <a:gd name="T14" fmla="*/ 83 w 83"/>
              <a:gd name="T15" fmla="*/ 11 h 57"/>
              <a:gd name="T16" fmla="*/ 83 w 83"/>
              <a:gd name="T17" fmla="*/ 45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83" h="57">
                <a:moveTo>
                  <a:pt x="83" y="45"/>
                </a:moveTo>
                <a:cubicBezTo>
                  <a:pt x="83" y="52"/>
                  <a:pt x="78" y="57"/>
                  <a:pt x="72" y="57"/>
                </a:cubicBezTo>
                <a:cubicBezTo>
                  <a:pt x="11" y="57"/>
                  <a:pt x="11" y="57"/>
                  <a:pt x="11" y="57"/>
                </a:cubicBezTo>
                <a:cubicBezTo>
                  <a:pt x="5" y="57"/>
                  <a:pt x="0" y="52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72" y="0"/>
                  <a:pt x="72" y="0"/>
                  <a:pt x="72" y="0"/>
                </a:cubicBezTo>
                <a:cubicBezTo>
                  <a:pt x="78" y="0"/>
                  <a:pt x="83" y="5"/>
                  <a:pt x="83" y="11"/>
                </a:cubicBezTo>
                <a:lnTo>
                  <a:pt x="83" y="45"/>
                </a:lnTo>
                <a:close/>
              </a:path>
            </a:pathLst>
          </a:custGeom>
          <a:noFill/>
          <a:ln w="11113" cap="flat">
            <a:solidFill>
              <a:srgbClr val="148D9B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99" name="Freeform 25">
            <a:extLst>
              <a:ext uri="{FF2B5EF4-FFF2-40B4-BE49-F238E27FC236}">
                <a16:creationId xmlns:a16="http://schemas.microsoft.com/office/drawing/2014/main" id="{4DA09A4E-4052-AB21-7154-BF9AF5205C1B}"/>
              </a:ext>
            </a:extLst>
          </p:cNvPr>
          <p:cNvSpPr>
            <a:spLocks/>
          </p:cNvSpPr>
          <p:nvPr/>
        </p:nvSpPr>
        <p:spPr bwMode="auto">
          <a:xfrm>
            <a:off x="846138" y="3821113"/>
            <a:ext cx="5003800" cy="215900"/>
          </a:xfrm>
          <a:custGeom>
            <a:avLst/>
            <a:gdLst>
              <a:gd name="T0" fmla="*/ 1327 w 1327"/>
              <a:gd name="T1" fmla="*/ 29 h 57"/>
              <a:gd name="T2" fmla="*/ 1298 w 1327"/>
              <a:gd name="T3" fmla="*/ 57 h 57"/>
              <a:gd name="T4" fmla="*/ 28 w 1327"/>
              <a:gd name="T5" fmla="*/ 57 h 57"/>
              <a:gd name="T6" fmla="*/ 0 w 1327"/>
              <a:gd name="T7" fmla="*/ 29 h 57"/>
              <a:gd name="T8" fmla="*/ 0 w 1327"/>
              <a:gd name="T9" fmla="*/ 29 h 57"/>
              <a:gd name="T10" fmla="*/ 28 w 1327"/>
              <a:gd name="T11" fmla="*/ 0 h 57"/>
              <a:gd name="T12" fmla="*/ 1298 w 1327"/>
              <a:gd name="T13" fmla="*/ 0 h 57"/>
              <a:gd name="T14" fmla="*/ 1327 w 1327"/>
              <a:gd name="T15" fmla="*/ 29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1327" h="57">
                <a:moveTo>
                  <a:pt x="1327" y="29"/>
                </a:moveTo>
                <a:cubicBezTo>
                  <a:pt x="1327" y="44"/>
                  <a:pt x="1314" y="57"/>
                  <a:pt x="1298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9"/>
                </a:cubicBezTo>
                <a:cubicBezTo>
                  <a:pt x="0" y="29"/>
                  <a:pt x="0" y="29"/>
                  <a:pt x="0" y="29"/>
                </a:cubicBezTo>
                <a:cubicBezTo>
                  <a:pt x="0" y="13"/>
                  <a:pt x="13" y="0"/>
                  <a:pt x="28" y="0"/>
                </a:cubicBezTo>
                <a:cubicBezTo>
                  <a:pt x="1298" y="0"/>
                  <a:pt x="1298" y="0"/>
                  <a:pt x="1298" y="0"/>
                </a:cubicBezTo>
                <a:cubicBezTo>
                  <a:pt x="1314" y="0"/>
                  <a:pt x="1327" y="13"/>
                  <a:pt x="1327" y="29"/>
                </a:cubicBezTo>
                <a:close/>
              </a:path>
            </a:pathLst>
          </a:custGeom>
          <a:noFill/>
          <a:ln w="11113" cap="flat">
            <a:solidFill>
              <a:srgbClr val="148D9B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00" name="Freeform 26">
            <a:extLst>
              <a:ext uri="{FF2B5EF4-FFF2-40B4-BE49-F238E27FC236}">
                <a16:creationId xmlns:a16="http://schemas.microsoft.com/office/drawing/2014/main" id="{39B0A052-9D07-3C0A-A897-C6E1F6844208}"/>
              </a:ext>
            </a:extLst>
          </p:cNvPr>
          <p:cNvSpPr>
            <a:spLocks/>
          </p:cNvSpPr>
          <p:nvPr/>
        </p:nvSpPr>
        <p:spPr bwMode="auto">
          <a:xfrm>
            <a:off x="846138" y="4154488"/>
            <a:ext cx="2500313" cy="214313"/>
          </a:xfrm>
          <a:custGeom>
            <a:avLst/>
            <a:gdLst>
              <a:gd name="T0" fmla="*/ 663 w 663"/>
              <a:gd name="T1" fmla="*/ 29 h 57"/>
              <a:gd name="T2" fmla="*/ 635 w 663"/>
              <a:gd name="T3" fmla="*/ 57 h 57"/>
              <a:gd name="T4" fmla="*/ 28 w 663"/>
              <a:gd name="T5" fmla="*/ 57 h 57"/>
              <a:gd name="T6" fmla="*/ 0 w 663"/>
              <a:gd name="T7" fmla="*/ 29 h 57"/>
              <a:gd name="T8" fmla="*/ 0 w 663"/>
              <a:gd name="T9" fmla="*/ 29 h 57"/>
              <a:gd name="T10" fmla="*/ 28 w 663"/>
              <a:gd name="T11" fmla="*/ 0 h 57"/>
              <a:gd name="T12" fmla="*/ 635 w 663"/>
              <a:gd name="T13" fmla="*/ 0 h 57"/>
              <a:gd name="T14" fmla="*/ 663 w 663"/>
              <a:gd name="T15" fmla="*/ 29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663" h="57">
                <a:moveTo>
                  <a:pt x="663" y="29"/>
                </a:moveTo>
                <a:cubicBezTo>
                  <a:pt x="663" y="44"/>
                  <a:pt x="651" y="57"/>
                  <a:pt x="635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9"/>
                </a:cubicBezTo>
                <a:cubicBezTo>
                  <a:pt x="0" y="29"/>
                  <a:pt x="0" y="29"/>
                  <a:pt x="0" y="29"/>
                </a:cubicBezTo>
                <a:cubicBezTo>
                  <a:pt x="0" y="13"/>
                  <a:pt x="13" y="0"/>
                  <a:pt x="28" y="0"/>
                </a:cubicBezTo>
                <a:cubicBezTo>
                  <a:pt x="635" y="0"/>
                  <a:pt x="635" y="0"/>
                  <a:pt x="635" y="0"/>
                </a:cubicBezTo>
                <a:cubicBezTo>
                  <a:pt x="651" y="0"/>
                  <a:pt x="663" y="13"/>
                  <a:pt x="663" y="29"/>
                </a:cubicBezTo>
                <a:close/>
              </a:path>
            </a:pathLst>
          </a:custGeom>
          <a:noFill/>
          <a:ln w="11113" cap="flat">
            <a:solidFill>
              <a:srgbClr val="148D9B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01" name="Freeform 27">
            <a:extLst>
              <a:ext uri="{FF2B5EF4-FFF2-40B4-BE49-F238E27FC236}">
                <a16:creationId xmlns:a16="http://schemas.microsoft.com/office/drawing/2014/main" id="{F8CD2AA0-D6BD-C69D-3E0A-600CB5C695C8}"/>
              </a:ext>
            </a:extLst>
          </p:cNvPr>
          <p:cNvSpPr>
            <a:spLocks/>
          </p:cNvSpPr>
          <p:nvPr/>
        </p:nvSpPr>
        <p:spPr bwMode="auto">
          <a:xfrm>
            <a:off x="846138" y="4497388"/>
            <a:ext cx="1250950" cy="215900"/>
          </a:xfrm>
          <a:custGeom>
            <a:avLst/>
            <a:gdLst>
              <a:gd name="T0" fmla="*/ 332 w 332"/>
              <a:gd name="T1" fmla="*/ 29 h 57"/>
              <a:gd name="T2" fmla="*/ 303 w 332"/>
              <a:gd name="T3" fmla="*/ 57 h 57"/>
              <a:gd name="T4" fmla="*/ 28 w 332"/>
              <a:gd name="T5" fmla="*/ 57 h 57"/>
              <a:gd name="T6" fmla="*/ 0 w 332"/>
              <a:gd name="T7" fmla="*/ 29 h 57"/>
              <a:gd name="T8" fmla="*/ 0 w 332"/>
              <a:gd name="T9" fmla="*/ 29 h 57"/>
              <a:gd name="T10" fmla="*/ 28 w 332"/>
              <a:gd name="T11" fmla="*/ 0 h 57"/>
              <a:gd name="T12" fmla="*/ 303 w 332"/>
              <a:gd name="T13" fmla="*/ 0 h 57"/>
              <a:gd name="T14" fmla="*/ 332 w 332"/>
              <a:gd name="T15" fmla="*/ 29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332" h="57">
                <a:moveTo>
                  <a:pt x="332" y="29"/>
                </a:moveTo>
                <a:cubicBezTo>
                  <a:pt x="332" y="44"/>
                  <a:pt x="319" y="57"/>
                  <a:pt x="303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9"/>
                </a:cubicBezTo>
                <a:cubicBezTo>
                  <a:pt x="0" y="29"/>
                  <a:pt x="0" y="29"/>
                  <a:pt x="0" y="29"/>
                </a:cubicBezTo>
                <a:cubicBezTo>
                  <a:pt x="0" y="13"/>
                  <a:pt x="13" y="0"/>
                  <a:pt x="28" y="0"/>
                </a:cubicBezTo>
                <a:cubicBezTo>
                  <a:pt x="303" y="0"/>
                  <a:pt x="303" y="0"/>
                  <a:pt x="303" y="0"/>
                </a:cubicBezTo>
                <a:cubicBezTo>
                  <a:pt x="319" y="0"/>
                  <a:pt x="332" y="13"/>
                  <a:pt x="332" y="29"/>
                </a:cubicBezTo>
                <a:close/>
              </a:path>
            </a:pathLst>
          </a:custGeom>
          <a:noFill/>
          <a:ln w="11113" cap="flat">
            <a:solidFill>
              <a:srgbClr val="148D9B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02" name="Freeform 28">
            <a:extLst>
              <a:ext uri="{FF2B5EF4-FFF2-40B4-BE49-F238E27FC236}">
                <a16:creationId xmlns:a16="http://schemas.microsoft.com/office/drawing/2014/main" id="{C7DE3455-0D50-17D1-E89E-3F95C85BC199}"/>
              </a:ext>
            </a:extLst>
          </p:cNvPr>
          <p:cNvSpPr>
            <a:spLocks/>
          </p:cNvSpPr>
          <p:nvPr/>
        </p:nvSpPr>
        <p:spPr bwMode="auto">
          <a:xfrm>
            <a:off x="846138" y="4826000"/>
            <a:ext cx="625475" cy="215900"/>
          </a:xfrm>
          <a:custGeom>
            <a:avLst/>
            <a:gdLst>
              <a:gd name="T0" fmla="*/ 166 w 166"/>
              <a:gd name="T1" fmla="*/ 28 h 57"/>
              <a:gd name="T2" fmla="*/ 137 w 166"/>
              <a:gd name="T3" fmla="*/ 57 h 57"/>
              <a:gd name="T4" fmla="*/ 28 w 166"/>
              <a:gd name="T5" fmla="*/ 57 h 57"/>
              <a:gd name="T6" fmla="*/ 0 w 166"/>
              <a:gd name="T7" fmla="*/ 28 h 57"/>
              <a:gd name="T8" fmla="*/ 0 w 166"/>
              <a:gd name="T9" fmla="*/ 28 h 57"/>
              <a:gd name="T10" fmla="*/ 28 w 166"/>
              <a:gd name="T11" fmla="*/ 0 h 57"/>
              <a:gd name="T12" fmla="*/ 137 w 166"/>
              <a:gd name="T13" fmla="*/ 0 h 57"/>
              <a:gd name="T14" fmla="*/ 166 w 166"/>
              <a:gd name="T15" fmla="*/ 28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166" h="57">
                <a:moveTo>
                  <a:pt x="166" y="28"/>
                </a:moveTo>
                <a:cubicBezTo>
                  <a:pt x="166" y="44"/>
                  <a:pt x="153" y="57"/>
                  <a:pt x="137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8"/>
                </a:cubicBezTo>
                <a:cubicBezTo>
                  <a:pt x="0" y="28"/>
                  <a:pt x="0" y="28"/>
                  <a:pt x="0" y="28"/>
                </a:cubicBezTo>
                <a:cubicBezTo>
                  <a:pt x="0" y="13"/>
                  <a:pt x="13" y="0"/>
                  <a:pt x="28" y="0"/>
                </a:cubicBezTo>
                <a:cubicBezTo>
                  <a:pt x="137" y="0"/>
                  <a:pt x="137" y="0"/>
                  <a:pt x="137" y="0"/>
                </a:cubicBezTo>
                <a:cubicBezTo>
                  <a:pt x="153" y="0"/>
                  <a:pt x="166" y="13"/>
                  <a:pt x="166" y="28"/>
                </a:cubicBezTo>
                <a:close/>
              </a:path>
            </a:pathLst>
          </a:custGeom>
          <a:noFill/>
          <a:ln w="11113" cap="flat">
            <a:solidFill>
              <a:srgbClr val="148D9B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03" name="Freeform 29">
            <a:extLst>
              <a:ext uri="{FF2B5EF4-FFF2-40B4-BE49-F238E27FC236}">
                <a16:creationId xmlns:a16="http://schemas.microsoft.com/office/drawing/2014/main" id="{BDB4D7A8-1742-2175-95C8-83E7819B6A76}"/>
              </a:ext>
            </a:extLst>
          </p:cNvPr>
          <p:cNvSpPr>
            <a:spLocks/>
          </p:cNvSpPr>
          <p:nvPr/>
        </p:nvSpPr>
        <p:spPr bwMode="auto">
          <a:xfrm>
            <a:off x="846138" y="5143500"/>
            <a:ext cx="312738" cy="214313"/>
          </a:xfrm>
          <a:custGeom>
            <a:avLst/>
            <a:gdLst>
              <a:gd name="T0" fmla="*/ 83 w 83"/>
              <a:gd name="T1" fmla="*/ 28 h 57"/>
              <a:gd name="T2" fmla="*/ 55 w 83"/>
              <a:gd name="T3" fmla="*/ 57 h 57"/>
              <a:gd name="T4" fmla="*/ 28 w 83"/>
              <a:gd name="T5" fmla="*/ 57 h 57"/>
              <a:gd name="T6" fmla="*/ 0 w 83"/>
              <a:gd name="T7" fmla="*/ 28 h 57"/>
              <a:gd name="T8" fmla="*/ 0 w 83"/>
              <a:gd name="T9" fmla="*/ 28 h 57"/>
              <a:gd name="T10" fmla="*/ 28 w 83"/>
              <a:gd name="T11" fmla="*/ 0 h 57"/>
              <a:gd name="T12" fmla="*/ 55 w 83"/>
              <a:gd name="T13" fmla="*/ 0 h 57"/>
              <a:gd name="T14" fmla="*/ 83 w 83"/>
              <a:gd name="T15" fmla="*/ 28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83" h="57">
                <a:moveTo>
                  <a:pt x="83" y="28"/>
                </a:moveTo>
                <a:cubicBezTo>
                  <a:pt x="83" y="44"/>
                  <a:pt x="70" y="57"/>
                  <a:pt x="55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8"/>
                </a:cubicBezTo>
                <a:cubicBezTo>
                  <a:pt x="0" y="28"/>
                  <a:pt x="0" y="28"/>
                  <a:pt x="0" y="28"/>
                </a:cubicBezTo>
                <a:cubicBezTo>
                  <a:pt x="0" y="13"/>
                  <a:pt x="13" y="0"/>
                  <a:pt x="28" y="0"/>
                </a:cubicBezTo>
                <a:cubicBezTo>
                  <a:pt x="55" y="0"/>
                  <a:pt x="55" y="0"/>
                  <a:pt x="55" y="0"/>
                </a:cubicBezTo>
                <a:cubicBezTo>
                  <a:pt x="70" y="0"/>
                  <a:pt x="83" y="13"/>
                  <a:pt x="83" y="28"/>
                </a:cubicBezTo>
                <a:close/>
              </a:path>
            </a:pathLst>
          </a:custGeom>
          <a:noFill/>
          <a:ln w="11113" cap="flat">
            <a:solidFill>
              <a:srgbClr val="148D9B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9272432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A7B3F6-47CE-429B-A736-5080933741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제목 40">
            <a:extLst>
              <a:ext uri="{FF2B5EF4-FFF2-40B4-BE49-F238E27FC236}">
                <a16:creationId xmlns:a16="http://schemas.microsoft.com/office/drawing/2014/main" id="{54D90069-CCCC-938E-CE44-84F2B85276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스크린 캡쳐 이미지 그래픽 요소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CAE30907-6021-0BD1-435B-9B51BBE0C6FD}"/>
              </a:ext>
            </a:extLst>
          </p:cNvPr>
          <p:cNvSpPr txBox="1"/>
          <p:nvPr/>
        </p:nvSpPr>
        <p:spPr>
          <a:xfrm>
            <a:off x="846138" y="1184598"/>
            <a:ext cx="2238375" cy="1692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1100" b="1" dirty="0"/>
              <a:t>데이터교환시스템</a:t>
            </a:r>
          </a:p>
        </p:txBody>
      </p:sp>
      <p:sp>
        <p:nvSpPr>
          <p:cNvPr id="146" name="TextBox 145">
            <a:extLst>
              <a:ext uri="{FF2B5EF4-FFF2-40B4-BE49-F238E27FC236}">
                <a16:creationId xmlns:a16="http://schemas.microsoft.com/office/drawing/2014/main" id="{3FEB9C92-83A7-8826-4320-F4B4B79ED506}"/>
              </a:ext>
            </a:extLst>
          </p:cNvPr>
          <p:cNvSpPr txBox="1"/>
          <p:nvPr/>
        </p:nvSpPr>
        <p:spPr>
          <a:xfrm>
            <a:off x="6570663" y="1184598"/>
            <a:ext cx="2238375" cy="1692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1100" b="1" dirty="0" err="1"/>
              <a:t>자동자지식에이전트</a:t>
            </a:r>
            <a:endParaRPr lang="ko-KR" altLang="en-US" sz="1100" b="1" dirty="0"/>
          </a:p>
        </p:txBody>
      </p:sp>
      <p:sp>
        <p:nvSpPr>
          <p:cNvPr id="6" name="Freeform 5">
            <a:extLst>
              <a:ext uri="{FF2B5EF4-FFF2-40B4-BE49-F238E27FC236}">
                <a16:creationId xmlns:a16="http://schemas.microsoft.com/office/drawing/2014/main" id="{D3481CD8-69D6-5D27-E918-6793AA4E1641}"/>
              </a:ext>
            </a:extLst>
          </p:cNvPr>
          <p:cNvSpPr>
            <a:spLocks/>
          </p:cNvSpPr>
          <p:nvPr/>
        </p:nvSpPr>
        <p:spPr bwMode="auto">
          <a:xfrm>
            <a:off x="846138" y="1498600"/>
            <a:ext cx="5003800" cy="427038"/>
          </a:xfrm>
          <a:custGeom>
            <a:avLst/>
            <a:gdLst>
              <a:gd name="T0" fmla="*/ 1327 w 1327"/>
              <a:gd name="T1" fmla="*/ 102 h 113"/>
              <a:gd name="T2" fmla="*/ 1315 w 1327"/>
              <a:gd name="T3" fmla="*/ 113 h 113"/>
              <a:gd name="T4" fmla="*/ 11 w 1327"/>
              <a:gd name="T5" fmla="*/ 113 h 113"/>
              <a:gd name="T6" fmla="*/ 0 w 1327"/>
              <a:gd name="T7" fmla="*/ 102 h 113"/>
              <a:gd name="T8" fmla="*/ 0 w 1327"/>
              <a:gd name="T9" fmla="*/ 11 h 113"/>
              <a:gd name="T10" fmla="*/ 11 w 1327"/>
              <a:gd name="T11" fmla="*/ 0 h 113"/>
              <a:gd name="T12" fmla="*/ 1315 w 1327"/>
              <a:gd name="T13" fmla="*/ 0 h 113"/>
              <a:gd name="T14" fmla="*/ 1327 w 1327"/>
              <a:gd name="T15" fmla="*/ 11 h 113"/>
              <a:gd name="T16" fmla="*/ 1327 w 1327"/>
              <a:gd name="T17" fmla="*/ 102 h 113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1327" h="113">
                <a:moveTo>
                  <a:pt x="1327" y="102"/>
                </a:moveTo>
                <a:cubicBezTo>
                  <a:pt x="1327" y="108"/>
                  <a:pt x="1322" y="113"/>
                  <a:pt x="1315" y="113"/>
                </a:cubicBezTo>
                <a:cubicBezTo>
                  <a:pt x="11" y="113"/>
                  <a:pt x="11" y="113"/>
                  <a:pt x="11" y="113"/>
                </a:cubicBezTo>
                <a:cubicBezTo>
                  <a:pt x="5" y="113"/>
                  <a:pt x="0" y="108"/>
                  <a:pt x="0" y="102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1315" y="0"/>
                  <a:pt x="1315" y="0"/>
                  <a:pt x="1315" y="0"/>
                </a:cubicBezTo>
                <a:cubicBezTo>
                  <a:pt x="1322" y="0"/>
                  <a:pt x="1327" y="5"/>
                  <a:pt x="1327" y="11"/>
                </a:cubicBezTo>
                <a:lnTo>
                  <a:pt x="1327" y="102"/>
                </a:lnTo>
                <a:close/>
              </a:path>
            </a:pathLst>
          </a:custGeom>
          <a:noFill/>
          <a:ln w="11113" cap="flat">
            <a:solidFill>
              <a:srgbClr val="E68013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7" name="Freeform 6">
            <a:extLst>
              <a:ext uri="{FF2B5EF4-FFF2-40B4-BE49-F238E27FC236}">
                <a16:creationId xmlns:a16="http://schemas.microsoft.com/office/drawing/2014/main" id="{527333D3-FFB4-C78E-F29E-85BCA7EFA0CF}"/>
              </a:ext>
            </a:extLst>
          </p:cNvPr>
          <p:cNvSpPr>
            <a:spLocks/>
          </p:cNvSpPr>
          <p:nvPr/>
        </p:nvSpPr>
        <p:spPr bwMode="auto">
          <a:xfrm>
            <a:off x="846138" y="2073275"/>
            <a:ext cx="5003800" cy="214313"/>
          </a:xfrm>
          <a:custGeom>
            <a:avLst/>
            <a:gdLst>
              <a:gd name="T0" fmla="*/ 1327 w 1327"/>
              <a:gd name="T1" fmla="*/ 45 h 57"/>
              <a:gd name="T2" fmla="*/ 1315 w 1327"/>
              <a:gd name="T3" fmla="*/ 57 h 57"/>
              <a:gd name="T4" fmla="*/ 11 w 1327"/>
              <a:gd name="T5" fmla="*/ 57 h 57"/>
              <a:gd name="T6" fmla="*/ 0 w 1327"/>
              <a:gd name="T7" fmla="*/ 45 h 57"/>
              <a:gd name="T8" fmla="*/ 0 w 1327"/>
              <a:gd name="T9" fmla="*/ 11 h 57"/>
              <a:gd name="T10" fmla="*/ 11 w 1327"/>
              <a:gd name="T11" fmla="*/ 0 h 57"/>
              <a:gd name="T12" fmla="*/ 1315 w 1327"/>
              <a:gd name="T13" fmla="*/ 0 h 57"/>
              <a:gd name="T14" fmla="*/ 1327 w 1327"/>
              <a:gd name="T15" fmla="*/ 11 h 57"/>
              <a:gd name="T16" fmla="*/ 1327 w 1327"/>
              <a:gd name="T17" fmla="*/ 45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1327" h="57">
                <a:moveTo>
                  <a:pt x="1327" y="45"/>
                </a:moveTo>
                <a:cubicBezTo>
                  <a:pt x="1327" y="52"/>
                  <a:pt x="1322" y="57"/>
                  <a:pt x="1315" y="57"/>
                </a:cubicBezTo>
                <a:cubicBezTo>
                  <a:pt x="11" y="57"/>
                  <a:pt x="11" y="57"/>
                  <a:pt x="11" y="57"/>
                </a:cubicBezTo>
                <a:cubicBezTo>
                  <a:pt x="5" y="57"/>
                  <a:pt x="0" y="52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1315" y="0"/>
                  <a:pt x="1315" y="0"/>
                  <a:pt x="1315" y="0"/>
                </a:cubicBezTo>
                <a:cubicBezTo>
                  <a:pt x="1322" y="0"/>
                  <a:pt x="1327" y="5"/>
                  <a:pt x="1327" y="11"/>
                </a:cubicBezTo>
                <a:lnTo>
                  <a:pt x="1327" y="45"/>
                </a:lnTo>
                <a:close/>
              </a:path>
            </a:pathLst>
          </a:custGeom>
          <a:noFill/>
          <a:ln w="11113" cap="flat">
            <a:solidFill>
              <a:srgbClr val="E68013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8" name="Freeform 7">
            <a:extLst>
              <a:ext uri="{FF2B5EF4-FFF2-40B4-BE49-F238E27FC236}">
                <a16:creationId xmlns:a16="http://schemas.microsoft.com/office/drawing/2014/main" id="{EACCC7D7-92CD-36EC-B62D-D454466489DE}"/>
              </a:ext>
            </a:extLst>
          </p:cNvPr>
          <p:cNvSpPr>
            <a:spLocks/>
          </p:cNvSpPr>
          <p:nvPr/>
        </p:nvSpPr>
        <p:spPr bwMode="auto">
          <a:xfrm>
            <a:off x="846138" y="2400300"/>
            <a:ext cx="2500312" cy="215900"/>
          </a:xfrm>
          <a:custGeom>
            <a:avLst/>
            <a:gdLst>
              <a:gd name="T0" fmla="*/ 663 w 663"/>
              <a:gd name="T1" fmla="*/ 45 h 57"/>
              <a:gd name="T2" fmla="*/ 652 w 663"/>
              <a:gd name="T3" fmla="*/ 57 h 57"/>
              <a:gd name="T4" fmla="*/ 11 w 663"/>
              <a:gd name="T5" fmla="*/ 57 h 57"/>
              <a:gd name="T6" fmla="*/ 0 w 663"/>
              <a:gd name="T7" fmla="*/ 45 h 57"/>
              <a:gd name="T8" fmla="*/ 0 w 663"/>
              <a:gd name="T9" fmla="*/ 11 h 57"/>
              <a:gd name="T10" fmla="*/ 11 w 663"/>
              <a:gd name="T11" fmla="*/ 0 h 57"/>
              <a:gd name="T12" fmla="*/ 652 w 663"/>
              <a:gd name="T13" fmla="*/ 0 h 57"/>
              <a:gd name="T14" fmla="*/ 663 w 663"/>
              <a:gd name="T15" fmla="*/ 11 h 57"/>
              <a:gd name="T16" fmla="*/ 663 w 663"/>
              <a:gd name="T17" fmla="*/ 45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663" h="57">
                <a:moveTo>
                  <a:pt x="663" y="45"/>
                </a:moveTo>
                <a:cubicBezTo>
                  <a:pt x="663" y="52"/>
                  <a:pt x="658" y="57"/>
                  <a:pt x="652" y="57"/>
                </a:cubicBezTo>
                <a:cubicBezTo>
                  <a:pt x="11" y="57"/>
                  <a:pt x="11" y="57"/>
                  <a:pt x="11" y="57"/>
                </a:cubicBezTo>
                <a:cubicBezTo>
                  <a:pt x="5" y="57"/>
                  <a:pt x="0" y="52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652" y="0"/>
                  <a:pt x="652" y="0"/>
                  <a:pt x="652" y="0"/>
                </a:cubicBezTo>
                <a:cubicBezTo>
                  <a:pt x="658" y="0"/>
                  <a:pt x="663" y="5"/>
                  <a:pt x="663" y="11"/>
                </a:cubicBezTo>
                <a:lnTo>
                  <a:pt x="663" y="45"/>
                </a:lnTo>
                <a:close/>
              </a:path>
            </a:pathLst>
          </a:custGeom>
          <a:noFill/>
          <a:ln w="11113" cap="flat">
            <a:solidFill>
              <a:srgbClr val="E68013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9" name="Freeform 8">
            <a:extLst>
              <a:ext uri="{FF2B5EF4-FFF2-40B4-BE49-F238E27FC236}">
                <a16:creationId xmlns:a16="http://schemas.microsoft.com/office/drawing/2014/main" id="{25698D31-7D4B-965C-DD57-8554E119B775}"/>
              </a:ext>
            </a:extLst>
          </p:cNvPr>
          <p:cNvSpPr>
            <a:spLocks/>
          </p:cNvSpPr>
          <p:nvPr/>
        </p:nvSpPr>
        <p:spPr bwMode="auto">
          <a:xfrm>
            <a:off x="846138" y="2733675"/>
            <a:ext cx="1250950" cy="211138"/>
          </a:xfrm>
          <a:custGeom>
            <a:avLst/>
            <a:gdLst>
              <a:gd name="T0" fmla="*/ 332 w 332"/>
              <a:gd name="T1" fmla="*/ 45 h 56"/>
              <a:gd name="T2" fmla="*/ 320 w 332"/>
              <a:gd name="T3" fmla="*/ 56 h 56"/>
              <a:gd name="T4" fmla="*/ 11 w 332"/>
              <a:gd name="T5" fmla="*/ 56 h 56"/>
              <a:gd name="T6" fmla="*/ 0 w 332"/>
              <a:gd name="T7" fmla="*/ 45 h 56"/>
              <a:gd name="T8" fmla="*/ 0 w 332"/>
              <a:gd name="T9" fmla="*/ 11 h 56"/>
              <a:gd name="T10" fmla="*/ 11 w 332"/>
              <a:gd name="T11" fmla="*/ 0 h 56"/>
              <a:gd name="T12" fmla="*/ 320 w 332"/>
              <a:gd name="T13" fmla="*/ 0 h 56"/>
              <a:gd name="T14" fmla="*/ 332 w 332"/>
              <a:gd name="T15" fmla="*/ 11 h 56"/>
              <a:gd name="T16" fmla="*/ 332 w 332"/>
              <a:gd name="T17" fmla="*/ 45 h 5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332" h="56">
                <a:moveTo>
                  <a:pt x="332" y="45"/>
                </a:moveTo>
                <a:cubicBezTo>
                  <a:pt x="332" y="51"/>
                  <a:pt x="327" y="56"/>
                  <a:pt x="320" y="56"/>
                </a:cubicBezTo>
                <a:cubicBezTo>
                  <a:pt x="11" y="56"/>
                  <a:pt x="11" y="56"/>
                  <a:pt x="11" y="56"/>
                </a:cubicBezTo>
                <a:cubicBezTo>
                  <a:pt x="5" y="56"/>
                  <a:pt x="0" y="51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320" y="0"/>
                  <a:pt x="320" y="0"/>
                  <a:pt x="320" y="0"/>
                </a:cubicBezTo>
                <a:cubicBezTo>
                  <a:pt x="327" y="0"/>
                  <a:pt x="332" y="5"/>
                  <a:pt x="332" y="11"/>
                </a:cubicBezTo>
                <a:lnTo>
                  <a:pt x="332" y="45"/>
                </a:lnTo>
                <a:close/>
              </a:path>
            </a:pathLst>
          </a:custGeom>
          <a:noFill/>
          <a:ln w="11113" cap="flat">
            <a:solidFill>
              <a:srgbClr val="E68013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0" name="Freeform 9">
            <a:extLst>
              <a:ext uri="{FF2B5EF4-FFF2-40B4-BE49-F238E27FC236}">
                <a16:creationId xmlns:a16="http://schemas.microsoft.com/office/drawing/2014/main" id="{559E64C8-CBDF-9401-5003-D8FB2BD808CD}"/>
              </a:ext>
            </a:extLst>
          </p:cNvPr>
          <p:cNvSpPr>
            <a:spLocks/>
          </p:cNvSpPr>
          <p:nvPr/>
        </p:nvSpPr>
        <p:spPr bwMode="auto">
          <a:xfrm>
            <a:off x="857251" y="3024188"/>
            <a:ext cx="625475" cy="214313"/>
          </a:xfrm>
          <a:custGeom>
            <a:avLst/>
            <a:gdLst>
              <a:gd name="T0" fmla="*/ 166 w 166"/>
              <a:gd name="T1" fmla="*/ 45 h 57"/>
              <a:gd name="T2" fmla="*/ 154 w 166"/>
              <a:gd name="T3" fmla="*/ 57 h 57"/>
              <a:gd name="T4" fmla="*/ 11 w 166"/>
              <a:gd name="T5" fmla="*/ 57 h 57"/>
              <a:gd name="T6" fmla="*/ 0 w 166"/>
              <a:gd name="T7" fmla="*/ 45 h 57"/>
              <a:gd name="T8" fmla="*/ 0 w 166"/>
              <a:gd name="T9" fmla="*/ 11 h 57"/>
              <a:gd name="T10" fmla="*/ 11 w 166"/>
              <a:gd name="T11" fmla="*/ 0 h 57"/>
              <a:gd name="T12" fmla="*/ 154 w 166"/>
              <a:gd name="T13" fmla="*/ 0 h 57"/>
              <a:gd name="T14" fmla="*/ 166 w 166"/>
              <a:gd name="T15" fmla="*/ 11 h 57"/>
              <a:gd name="T16" fmla="*/ 166 w 166"/>
              <a:gd name="T17" fmla="*/ 45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166" h="57">
                <a:moveTo>
                  <a:pt x="166" y="45"/>
                </a:moveTo>
                <a:cubicBezTo>
                  <a:pt x="166" y="52"/>
                  <a:pt x="161" y="57"/>
                  <a:pt x="154" y="57"/>
                </a:cubicBezTo>
                <a:cubicBezTo>
                  <a:pt x="11" y="57"/>
                  <a:pt x="11" y="57"/>
                  <a:pt x="11" y="57"/>
                </a:cubicBezTo>
                <a:cubicBezTo>
                  <a:pt x="5" y="57"/>
                  <a:pt x="0" y="52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154" y="0"/>
                  <a:pt x="154" y="0"/>
                  <a:pt x="154" y="0"/>
                </a:cubicBezTo>
                <a:cubicBezTo>
                  <a:pt x="161" y="0"/>
                  <a:pt x="166" y="5"/>
                  <a:pt x="166" y="11"/>
                </a:cubicBezTo>
                <a:lnTo>
                  <a:pt x="166" y="45"/>
                </a:lnTo>
                <a:close/>
              </a:path>
            </a:pathLst>
          </a:custGeom>
          <a:noFill/>
          <a:ln w="11113" cap="flat">
            <a:solidFill>
              <a:srgbClr val="E68013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1" name="Freeform 10">
            <a:extLst>
              <a:ext uri="{FF2B5EF4-FFF2-40B4-BE49-F238E27FC236}">
                <a16:creationId xmlns:a16="http://schemas.microsoft.com/office/drawing/2014/main" id="{59969986-2760-7EF9-EE6F-CA0E683A22E9}"/>
              </a:ext>
            </a:extLst>
          </p:cNvPr>
          <p:cNvSpPr>
            <a:spLocks/>
          </p:cNvSpPr>
          <p:nvPr/>
        </p:nvSpPr>
        <p:spPr bwMode="auto">
          <a:xfrm>
            <a:off x="865188" y="3314700"/>
            <a:ext cx="312737" cy="214313"/>
          </a:xfrm>
          <a:custGeom>
            <a:avLst/>
            <a:gdLst>
              <a:gd name="T0" fmla="*/ 83 w 83"/>
              <a:gd name="T1" fmla="*/ 45 h 57"/>
              <a:gd name="T2" fmla="*/ 72 w 83"/>
              <a:gd name="T3" fmla="*/ 57 h 57"/>
              <a:gd name="T4" fmla="*/ 11 w 83"/>
              <a:gd name="T5" fmla="*/ 57 h 57"/>
              <a:gd name="T6" fmla="*/ 0 w 83"/>
              <a:gd name="T7" fmla="*/ 45 h 57"/>
              <a:gd name="T8" fmla="*/ 0 w 83"/>
              <a:gd name="T9" fmla="*/ 11 h 57"/>
              <a:gd name="T10" fmla="*/ 11 w 83"/>
              <a:gd name="T11" fmla="*/ 0 h 57"/>
              <a:gd name="T12" fmla="*/ 72 w 83"/>
              <a:gd name="T13" fmla="*/ 0 h 57"/>
              <a:gd name="T14" fmla="*/ 83 w 83"/>
              <a:gd name="T15" fmla="*/ 11 h 57"/>
              <a:gd name="T16" fmla="*/ 83 w 83"/>
              <a:gd name="T17" fmla="*/ 45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83" h="57">
                <a:moveTo>
                  <a:pt x="83" y="45"/>
                </a:moveTo>
                <a:cubicBezTo>
                  <a:pt x="83" y="52"/>
                  <a:pt x="78" y="57"/>
                  <a:pt x="72" y="57"/>
                </a:cubicBezTo>
                <a:cubicBezTo>
                  <a:pt x="11" y="57"/>
                  <a:pt x="11" y="57"/>
                  <a:pt x="11" y="57"/>
                </a:cubicBezTo>
                <a:cubicBezTo>
                  <a:pt x="5" y="57"/>
                  <a:pt x="0" y="52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72" y="0"/>
                  <a:pt x="72" y="0"/>
                  <a:pt x="72" y="0"/>
                </a:cubicBezTo>
                <a:cubicBezTo>
                  <a:pt x="78" y="0"/>
                  <a:pt x="83" y="5"/>
                  <a:pt x="83" y="11"/>
                </a:cubicBezTo>
                <a:lnTo>
                  <a:pt x="83" y="45"/>
                </a:lnTo>
                <a:close/>
              </a:path>
            </a:pathLst>
          </a:custGeom>
          <a:noFill/>
          <a:ln w="11113" cap="flat">
            <a:solidFill>
              <a:srgbClr val="E68013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2" name="Freeform 11">
            <a:extLst>
              <a:ext uri="{FF2B5EF4-FFF2-40B4-BE49-F238E27FC236}">
                <a16:creationId xmlns:a16="http://schemas.microsoft.com/office/drawing/2014/main" id="{601AE24E-6472-5EBE-4440-64C23ECC181D}"/>
              </a:ext>
            </a:extLst>
          </p:cNvPr>
          <p:cNvSpPr>
            <a:spLocks/>
          </p:cNvSpPr>
          <p:nvPr/>
        </p:nvSpPr>
        <p:spPr bwMode="auto">
          <a:xfrm>
            <a:off x="846138" y="3824288"/>
            <a:ext cx="5003800" cy="214313"/>
          </a:xfrm>
          <a:custGeom>
            <a:avLst/>
            <a:gdLst>
              <a:gd name="T0" fmla="*/ 1327 w 1327"/>
              <a:gd name="T1" fmla="*/ 29 h 57"/>
              <a:gd name="T2" fmla="*/ 1298 w 1327"/>
              <a:gd name="T3" fmla="*/ 57 h 57"/>
              <a:gd name="T4" fmla="*/ 28 w 1327"/>
              <a:gd name="T5" fmla="*/ 57 h 57"/>
              <a:gd name="T6" fmla="*/ 0 w 1327"/>
              <a:gd name="T7" fmla="*/ 29 h 57"/>
              <a:gd name="T8" fmla="*/ 0 w 1327"/>
              <a:gd name="T9" fmla="*/ 29 h 57"/>
              <a:gd name="T10" fmla="*/ 28 w 1327"/>
              <a:gd name="T11" fmla="*/ 0 h 57"/>
              <a:gd name="T12" fmla="*/ 1298 w 1327"/>
              <a:gd name="T13" fmla="*/ 0 h 57"/>
              <a:gd name="T14" fmla="*/ 1327 w 1327"/>
              <a:gd name="T15" fmla="*/ 29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1327" h="57">
                <a:moveTo>
                  <a:pt x="1327" y="29"/>
                </a:moveTo>
                <a:cubicBezTo>
                  <a:pt x="1327" y="44"/>
                  <a:pt x="1314" y="57"/>
                  <a:pt x="1298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9"/>
                </a:cubicBezTo>
                <a:cubicBezTo>
                  <a:pt x="0" y="29"/>
                  <a:pt x="0" y="29"/>
                  <a:pt x="0" y="29"/>
                </a:cubicBezTo>
                <a:cubicBezTo>
                  <a:pt x="0" y="13"/>
                  <a:pt x="13" y="0"/>
                  <a:pt x="28" y="0"/>
                </a:cubicBezTo>
                <a:cubicBezTo>
                  <a:pt x="1298" y="0"/>
                  <a:pt x="1298" y="0"/>
                  <a:pt x="1298" y="0"/>
                </a:cubicBezTo>
                <a:cubicBezTo>
                  <a:pt x="1314" y="0"/>
                  <a:pt x="1327" y="13"/>
                  <a:pt x="1327" y="29"/>
                </a:cubicBezTo>
                <a:close/>
              </a:path>
            </a:pathLst>
          </a:custGeom>
          <a:noFill/>
          <a:ln w="11113" cap="flat">
            <a:solidFill>
              <a:srgbClr val="E68013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3" name="Freeform 12">
            <a:extLst>
              <a:ext uri="{FF2B5EF4-FFF2-40B4-BE49-F238E27FC236}">
                <a16:creationId xmlns:a16="http://schemas.microsoft.com/office/drawing/2014/main" id="{1C6D6099-10BD-178E-F7D7-151FFFCD5863}"/>
              </a:ext>
            </a:extLst>
          </p:cNvPr>
          <p:cNvSpPr>
            <a:spLocks/>
          </p:cNvSpPr>
          <p:nvPr/>
        </p:nvSpPr>
        <p:spPr bwMode="auto">
          <a:xfrm>
            <a:off x="846138" y="4156075"/>
            <a:ext cx="2500312" cy="214313"/>
          </a:xfrm>
          <a:custGeom>
            <a:avLst/>
            <a:gdLst>
              <a:gd name="T0" fmla="*/ 663 w 663"/>
              <a:gd name="T1" fmla="*/ 29 h 57"/>
              <a:gd name="T2" fmla="*/ 635 w 663"/>
              <a:gd name="T3" fmla="*/ 57 h 57"/>
              <a:gd name="T4" fmla="*/ 28 w 663"/>
              <a:gd name="T5" fmla="*/ 57 h 57"/>
              <a:gd name="T6" fmla="*/ 0 w 663"/>
              <a:gd name="T7" fmla="*/ 29 h 57"/>
              <a:gd name="T8" fmla="*/ 0 w 663"/>
              <a:gd name="T9" fmla="*/ 29 h 57"/>
              <a:gd name="T10" fmla="*/ 28 w 663"/>
              <a:gd name="T11" fmla="*/ 0 h 57"/>
              <a:gd name="T12" fmla="*/ 635 w 663"/>
              <a:gd name="T13" fmla="*/ 0 h 57"/>
              <a:gd name="T14" fmla="*/ 663 w 663"/>
              <a:gd name="T15" fmla="*/ 29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663" h="57">
                <a:moveTo>
                  <a:pt x="663" y="29"/>
                </a:moveTo>
                <a:cubicBezTo>
                  <a:pt x="663" y="44"/>
                  <a:pt x="651" y="57"/>
                  <a:pt x="635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9"/>
                </a:cubicBezTo>
                <a:cubicBezTo>
                  <a:pt x="0" y="29"/>
                  <a:pt x="0" y="29"/>
                  <a:pt x="0" y="29"/>
                </a:cubicBezTo>
                <a:cubicBezTo>
                  <a:pt x="0" y="13"/>
                  <a:pt x="13" y="0"/>
                  <a:pt x="28" y="0"/>
                </a:cubicBezTo>
                <a:cubicBezTo>
                  <a:pt x="635" y="0"/>
                  <a:pt x="635" y="0"/>
                  <a:pt x="635" y="0"/>
                </a:cubicBezTo>
                <a:cubicBezTo>
                  <a:pt x="651" y="0"/>
                  <a:pt x="663" y="13"/>
                  <a:pt x="663" y="29"/>
                </a:cubicBezTo>
                <a:close/>
              </a:path>
            </a:pathLst>
          </a:custGeom>
          <a:noFill/>
          <a:ln w="11113" cap="flat">
            <a:solidFill>
              <a:srgbClr val="E68013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4" name="Freeform 13">
            <a:extLst>
              <a:ext uri="{FF2B5EF4-FFF2-40B4-BE49-F238E27FC236}">
                <a16:creationId xmlns:a16="http://schemas.microsoft.com/office/drawing/2014/main" id="{368CC9D1-9EEE-0B68-AD9E-D7806F608605}"/>
              </a:ext>
            </a:extLst>
          </p:cNvPr>
          <p:cNvSpPr>
            <a:spLocks/>
          </p:cNvSpPr>
          <p:nvPr/>
        </p:nvSpPr>
        <p:spPr bwMode="auto">
          <a:xfrm>
            <a:off x="846138" y="4498975"/>
            <a:ext cx="1250950" cy="215900"/>
          </a:xfrm>
          <a:custGeom>
            <a:avLst/>
            <a:gdLst>
              <a:gd name="T0" fmla="*/ 332 w 332"/>
              <a:gd name="T1" fmla="*/ 29 h 57"/>
              <a:gd name="T2" fmla="*/ 303 w 332"/>
              <a:gd name="T3" fmla="*/ 57 h 57"/>
              <a:gd name="T4" fmla="*/ 28 w 332"/>
              <a:gd name="T5" fmla="*/ 57 h 57"/>
              <a:gd name="T6" fmla="*/ 0 w 332"/>
              <a:gd name="T7" fmla="*/ 29 h 57"/>
              <a:gd name="T8" fmla="*/ 0 w 332"/>
              <a:gd name="T9" fmla="*/ 29 h 57"/>
              <a:gd name="T10" fmla="*/ 28 w 332"/>
              <a:gd name="T11" fmla="*/ 0 h 57"/>
              <a:gd name="T12" fmla="*/ 303 w 332"/>
              <a:gd name="T13" fmla="*/ 0 h 57"/>
              <a:gd name="T14" fmla="*/ 332 w 332"/>
              <a:gd name="T15" fmla="*/ 29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332" h="57">
                <a:moveTo>
                  <a:pt x="332" y="29"/>
                </a:moveTo>
                <a:cubicBezTo>
                  <a:pt x="332" y="44"/>
                  <a:pt x="319" y="57"/>
                  <a:pt x="303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9"/>
                </a:cubicBezTo>
                <a:cubicBezTo>
                  <a:pt x="0" y="29"/>
                  <a:pt x="0" y="29"/>
                  <a:pt x="0" y="29"/>
                </a:cubicBezTo>
                <a:cubicBezTo>
                  <a:pt x="0" y="13"/>
                  <a:pt x="13" y="0"/>
                  <a:pt x="28" y="0"/>
                </a:cubicBezTo>
                <a:cubicBezTo>
                  <a:pt x="303" y="0"/>
                  <a:pt x="303" y="0"/>
                  <a:pt x="303" y="0"/>
                </a:cubicBezTo>
                <a:cubicBezTo>
                  <a:pt x="319" y="0"/>
                  <a:pt x="332" y="13"/>
                  <a:pt x="332" y="29"/>
                </a:cubicBezTo>
                <a:close/>
              </a:path>
            </a:pathLst>
          </a:custGeom>
          <a:noFill/>
          <a:ln w="11113" cap="flat">
            <a:solidFill>
              <a:srgbClr val="E68013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5" name="Freeform 14">
            <a:extLst>
              <a:ext uri="{FF2B5EF4-FFF2-40B4-BE49-F238E27FC236}">
                <a16:creationId xmlns:a16="http://schemas.microsoft.com/office/drawing/2014/main" id="{365A3F75-FBB5-B9E1-C618-CC61F7BCF4FD}"/>
              </a:ext>
            </a:extLst>
          </p:cNvPr>
          <p:cNvSpPr>
            <a:spLocks/>
          </p:cNvSpPr>
          <p:nvPr/>
        </p:nvSpPr>
        <p:spPr bwMode="auto">
          <a:xfrm>
            <a:off x="846138" y="4827588"/>
            <a:ext cx="625475" cy="215900"/>
          </a:xfrm>
          <a:custGeom>
            <a:avLst/>
            <a:gdLst>
              <a:gd name="T0" fmla="*/ 166 w 166"/>
              <a:gd name="T1" fmla="*/ 28 h 57"/>
              <a:gd name="T2" fmla="*/ 137 w 166"/>
              <a:gd name="T3" fmla="*/ 57 h 57"/>
              <a:gd name="T4" fmla="*/ 28 w 166"/>
              <a:gd name="T5" fmla="*/ 57 h 57"/>
              <a:gd name="T6" fmla="*/ 0 w 166"/>
              <a:gd name="T7" fmla="*/ 28 h 57"/>
              <a:gd name="T8" fmla="*/ 0 w 166"/>
              <a:gd name="T9" fmla="*/ 28 h 57"/>
              <a:gd name="T10" fmla="*/ 28 w 166"/>
              <a:gd name="T11" fmla="*/ 0 h 57"/>
              <a:gd name="T12" fmla="*/ 137 w 166"/>
              <a:gd name="T13" fmla="*/ 0 h 57"/>
              <a:gd name="T14" fmla="*/ 166 w 166"/>
              <a:gd name="T15" fmla="*/ 28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166" h="57">
                <a:moveTo>
                  <a:pt x="166" y="28"/>
                </a:moveTo>
                <a:cubicBezTo>
                  <a:pt x="166" y="44"/>
                  <a:pt x="153" y="57"/>
                  <a:pt x="137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8"/>
                </a:cubicBezTo>
                <a:cubicBezTo>
                  <a:pt x="0" y="28"/>
                  <a:pt x="0" y="28"/>
                  <a:pt x="0" y="28"/>
                </a:cubicBezTo>
                <a:cubicBezTo>
                  <a:pt x="0" y="13"/>
                  <a:pt x="13" y="0"/>
                  <a:pt x="28" y="0"/>
                </a:cubicBezTo>
                <a:cubicBezTo>
                  <a:pt x="137" y="0"/>
                  <a:pt x="137" y="0"/>
                  <a:pt x="137" y="0"/>
                </a:cubicBezTo>
                <a:cubicBezTo>
                  <a:pt x="153" y="0"/>
                  <a:pt x="166" y="13"/>
                  <a:pt x="166" y="28"/>
                </a:cubicBezTo>
                <a:close/>
              </a:path>
            </a:pathLst>
          </a:custGeom>
          <a:noFill/>
          <a:ln w="11113" cap="flat">
            <a:solidFill>
              <a:srgbClr val="E68013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6" name="Freeform 15">
            <a:extLst>
              <a:ext uri="{FF2B5EF4-FFF2-40B4-BE49-F238E27FC236}">
                <a16:creationId xmlns:a16="http://schemas.microsoft.com/office/drawing/2014/main" id="{CE749E02-A4D2-4AE9-879F-BB87BB5D0BE1}"/>
              </a:ext>
            </a:extLst>
          </p:cNvPr>
          <p:cNvSpPr>
            <a:spLocks/>
          </p:cNvSpPr>
          <p:nvPr/>
        </p:nvSpPr>
        <p:spPr bwMode="auto">
          <a:xfrm>
            <a:off x="846138" y="5145088"/>
            <a:ext cx="312737" cy="214313"/>
          </a:xfrm>
          <a:custGeom>
            <a:avLst/>
            <a:gdLst>
              <a:gd name="T0" fmla="*/ 83 w 83"/>
              <a:gd name="T1" fmla="*/ 28 h 57"/>
              <a:gd name="T2" fmla="*/ 55 w 83"/>
              <a:gd name="T3" fmla="*/ 57 h 57"/>
              <a:gd name="T4" fmla="*/ 28 w 83"/>
              <a:gd name="T5" fmla="*/ 57 h 57"/>
              <a:gd name="T6" fmla="*/ 0 w 83"/>
              <a:gd name="T7" fmla="*/ 28 h 57"/>
              <a:gd name="T8" fmla="*/ 0 w 83"/>
              <a:gd name="T9" fmla="*/ 28 h 57"/>
              <a:gd name="T10" fmla="*/ 28 w 83"/>
              <a:gd name="T11" fmla="*/ 0 h 57"/>
              <a:gd name="T12" fmla="*/ 55 w 83"/>
              <a:gd name="T13" fmla="*/ 0 h 57"/>
              <a:gd name="T14" fmla="*/ 83 w 83"/>
              <a:gd name="T15" fmla="*/ 28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83" h="57">
                <a:moveTo>
                  <a:pt x="83" y="28"/>
                </a:moveTo>
                <a:cubicBezTo>
                  <a:pt x="83" y="44"/>
                  <a:pt x="70" y="57"/>
                  <a:pt x="55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8"/>
                </a:cubicBezTo>
                <a:cubicBezTo>
                  <a:pt x="0" y="28"/>
                  <a:pt x="0" y="28"/>
                  <a:pt x="0" y="28"/>
                </a:cubicBezTo>
                <a:cubicBezTo>
                  <a:pt x="0" y="13"/>
                  <a:pt x="13" y="0"/>
                  <a:pt x="28" y="0"/>
                </a:cubicBezTo>
                <a:cubicBezTo>
                  <a:pt x="55" y="0"/>
                  <a:pt x="55" y="0"/>
                  <a:pt x="55" y="0"/>
                </a:cubicBezTo>
                <a:cubicBezTo>
                  <a:pt x="70" y="0"/>
                  <a:pt x="83" y="13"/>
                  <a:pt x="83" y="28"/>
                </a:cubicBezTo>
                <a:close/>
              </a:path>
            </a:pathLst>
          </a:custGeom>
          <a:noFill/>
          <a:ln w="11113" cap="flat">
            <a:solidFill>
              <a:srgbClr val="E68013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3" name="Freeform 19">
            <a:extLst>
              <a:ext uri="{FF2B5EF4-FFF2-40B4-BE49-F238E27FC236}">
                <a16:creationId xmlns:a16="http://schemas.microsoft.com/office/drawing/2014/main" id="{BA8C315F-E697-5BFC-33D1-916B02428D7C}"/>
              </a:ext>
            </a:extLst>
          </p:cNvPr>
          <p:cNvSpPr>
            <a:spLocks/>
          </p:cNvSpPr>
          <p:nvPr/>
        </p:nvSpPr>
        <p:spPr bwMode="auto">
          <a:xfrm>
            <a:off x="6578600" y="1495425"/>
            <a:ext cx="5003800" cy="427038"/>
          </a:xfrm>
          <a:custGeom>
            <a:avLst/>
            <a:gdLst>
              <a:gd name="T0" fmla="*/ 1327 w 1327"/>
              <a:gd name="T1" fmla="*/ 102 h 113"/>
              <a:gd name="T2" fmla="*/ 1315 w 1327"/>
              <a:gd name="T3" fmla="*/ 113 h 113"/>
              <a:gd name="T4" fmla="*/ 11 w 1327"/>
              <a:gd name="T5" fmla="*/ 113 h 113"/>
              <a:gd name="T6" fmla="*/ 0 w 1327"/>
              <a:gd name="T7" fmla="*/ 102 h 113"/>
              <a:gd name="T8" fmla="*/ 0 w 1327"/>
              <a:gd name="T9" fmla="*/ 11 h 113"/>
              <a:gd name="T10" fmla="*/ 11 w 1327"/>
              <a:gd name="T11" fmla="*/ 0 h 113"/>
              <a:gd name="T12" fmla="*/ 1315 w 1327"/>
              <a:gd name="T13" fmla="*/ 0 h 113"/>
              <a:gd name="T14" fmla="*/ 1327 w 1327"/>
              <a:gd name="T15" fmla="*/ 11 h 113"/>
              <a:gd name="T16" fmla="*/ 1327 w 1327"/>
              <a:gd name="T17" fmla="*/ 102 h 113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1327" h="113">
                <a:moveTo>
                  <a:pt x="1327" y="102"/>
                </a:moveTo>
                <a:cubicBezTo>
                  <a:pt x="1327" y="108"/>
                  <a:pt x="1322" y="113"/>
                  <a:pt x="1315" y="113"/>
                </a:cubicBezTo>
                <a:cubicBezTo>
                  <a:pt x="11" y="113"/>
                  <a:pt x="11" y="113"/>
                  <a:pt x="11" y="113"/>
                </a:cubicBezTo>
                <a:cubicBezTo>
                  <a:pt x="5" y="113"/>
                  <a:pt x="0" y="108"/>
                  <a:pt x="0" y="102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1315" y="0"/>
                  <a:pt x="1315" y="0"/>
                  <a:pt x="1315" y="0"/>
                </a:cubicBezTo>
                <a:cubicBezTo>
                  <a:pt x="1322" y="0"/>
                  <a:pt x="1327" y="5"/>
                  <a:pt x="1327" y="11"/>
                </a:cubicBezTo>
                <a:lnTo>
                  <a:pt x="1327" y="102"/>
                </a:lnTo>
                <a:close/>
              </a:path>
            </a:pathLst>
          </a:custGeom>
          <a:noFill/>
          <a:ln w="11113" cap="flat">
            <a:solidFill>
              <a:srgbClr val="128F68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4" name="Freeform 20">
            <a:extLst>
              <a:ext uri="{FF2B5EF4-FFF2-40B4-BE49-F238E27FC236}">
                <a16:creationId xmlns:a16="http://schemas.microsoft.com/office/drawing/2014/main" id="{36240551-7DE7-7151-77F1-532A169992F2}"/>
              </a:ext>
            </a:extLst>
          </p:cNvPr>
          <p:cNvSpPr>
            <a:spLocks/>
          </p:cNvSpPr>
          <p:nvPr/>
        </p:nvSpPr>
        <p:spPr bwMode="auto">
          <a:xfrm>
            <a:off x="6578600" y="2070100"/>
            <a:ext cx="5003800" cy="214313"/>
          </a:xfrm>
          <a:custGeom>
            <a:avLst/>
            <a:gdLst>
              <a:gd name="T0" fmla="*/ 1327 w 1327"/>
              <a:gd name="T1" fmla="*/ 45 h 57"/>
              <a:gd name="T2" fmla="*/ 1315 w 1327"/>
              <a:gd name="T3" fmla="*/ 57 h 57"/>
              <a:gd name="T4" fmla="*/ 11 w 1327"/>
              <a:gd name="T5" fmla="*/ 57 h 57"/>
              <a:gd name="T6" fmla="*/ 0 w 1327"/>
              <a:gd name="T7" fmla="*/ 45 h 57"/>
              <a:gd name="T8" fmla="*/ 0 w 1327"/>
              <a:gd name="T9" fmla="*/ 11 h 57"/>
              <a:gd name="T10" fmla="*/ 11 w 1327"/>
              <a:gd name="T11" fmla="*/ 0 h 57"/>
              <a:gd name="T12" fmla="*/ 1315 w 1327"/>
              <a:gd name="T13" fmla="*/ 0 h 57"/>
              <a:gd name="T14" fmla="*/ 1327 w 1327"/>
              <a:gd name="T15" fmla="*/ 11 h 57"/>
              <a:gd name="T16" fmla="*/ 1327 w 1327"/>
              <a:gd name="T17" fmla="*/ 45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1327" h="57">
                <a:moveTo>
                  <a:pt x="1327" y="45"/>
                </a:moveTo>
                <a:cubicBezTo>
                  <a:pt x="1327" y="52"/>
                  <a:pt x="1322" y="57"/>
                  <a:pt x="1315" y="57"/>
                </a:cubicBezTo>
                <a:cubicBezTo>
                  <a:pt x="11" y="57"/>
                  <a:pt x="11" y="57"/>
                  <a:pt x="11" y="57"/>
                </a:cubicBezTo>
                <a:cubicBezTo>
                  <a:pt x="5" y="57"/>
                  <a:pt x="0" y="52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1315" y="0"/>
                  <a:pt x="1315" y="0"/>
                  <a:pt x="1315" y="0"/>
                </a:cubicBezTo>
                <a:cubicBezTo>
                  <a:pt x="1322" y="0"/>
                  <a:pt x="1327" y="5"/>
                  <a:pt x="1327" y="11"/>
                </a:cubicBezTo>
                <a:lnTo>
                  <a:pt x="1327" y="45"/>
                </a:lnTo>
                <a:close/>
              </a:path>
            </a:pathLst>
          </a:custGeom>
          <a:noFill/>
          <a:ln w="11113" cap="flat">
            <a:solidFill>
              <a:srgbClr val="128F68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5" name="Freeform 21">
            <a:extLst>
              <a:ext uri="{FF2B5EF4-FFF2-40B4-BE49-F238E27FC236}">
                <a16:creationId xmlns:a16="http://schemas.microsoft.com/office/drawing/2014/main" id="{917E34FF-CBF8-EBA7-AA06-8D36A17A5D0B}"/>
              </a:ext>
            </a:extLst>
          </p:cNvPr>
          <p:cNvSpPr>
            <a:spLocks/>
          </p:cNvSpPr>
          <p:nvPr/>
        </p:nvSpPr>
        <p:spPr bwMode="auto">
          <a:xfrm>
            <a:off x="6578600" y="2398713"/>
            <a:ext cx="2500312" cy="214313"/>
          </a:xfrm>
          <a:custGeom>
            <a:avLst/>
            <a:gdLst>
              <a:gd name="T0" fmla="*/ 663 w 663"/>
              <a:gd name="T1" fmla="*/ 45 h 57"/>
              <a:gd name="T2" fmla="*/ 652 w 663"/>
              <a:gd name="T3" fmla="*/ 57 h 57"/>
              <a:gd name="T4" fmla="*/ 11 w 663"/>
              <a:gd name="T5" fmla="*/ 57 h 57"/>
              <a:gd name="T6" fmla="*/ 0 w 663"/>
              <a:gd name="T7" fmla="*/ 45 h 57"/>
              <a:gd name="T8" fmla="*/ 0 w 663"/>
              <a:gd name="T9" fmla="*/ 11 h 57"/>
              <a:gd name="T10" fmla="*/ 11 w 663"/>
              <a:gd name="T11" fmla="*/ 0 h 57"/>
              <a:gd name="T12" fmla="*/ 652 w 663"/>
              <a:gd name="T13" fmla="*/ 0 h 57"/>
              <a:gd name="T14" fmla="*/ 663 w 663"/>
              <a:gd name="T15" fmla="*/ 11 h 57"/>
              <a:gd name="T16" fmla="*/ 663 w 663"/>
              <a:gd name="T17" fmla="*/ 45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663" h="57">
                <a:moveTo>
                  <a:pt x="663" y="45"/>
                </a:moveTo>
                <a:cubicBezTo>
                  <a:pt x="663" y="52"/>
                  <a:pt x="658" y="57"/>
                  <a:pt x="652" y="57"/>
                </a:cubicBezTo>
                <a:cubicBezTo>
                  <a:pt x="11" y="57"/>
                  <a:pt x="11" y="57"/>
                  <a:pt x="11" y="57"/>
                </a:cubicBezTo>
                <a:cubicBezTo>
                  <a:pt x="5" y="57"/>
                  <a:pt x="0" y="52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652" y="0"/>
                  <a:pt x="652" y="0"/>
                  <a:pt x="652" y="0"/>
                </a:cubicBezTo>
                <a:cubicBezTo>
                  <a:pt x="658" y="0"/>
                  <a:pt x="663" y="5"/>
                  <a:pt x="663" y="11"/>
                </a:cubicBezTo>
                <a:lnTo>
                  <a:pt x="663" y="45"/>
                </a:lnTo>
                <a:close/>
              </a:path>
            </a:pathLst>
          </a:custGeom>
          <a:noFill/>
          <a:ln w="11113" cap="flat">
            <a:solidFill>
              <a:srgbClr val="128F68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6" name="Freeform 22">
            <a:extLst>
              <a:ext uri="{FF2B5EF4-FFF2-40B4-BE49-F238E27FC236}">
                <a16:creationId xmlns:a16="http://schemas.microsoft.com/office/drawing/2014/main" id="{09329994-F8E4-585C-FF95-051E33CCF679}"/>
              </a:ext>
            </a:extLst>
          </p:cNvPr>
          <p:cNvSpPr>
            <a:spLocks/>
          </p:cNvSpPr>
          <p:nvPr/>
        </p:nvSpPr>
        <p:spPr bwMode="auto">
          <a:xfrm>
            <a:off x="6578600" y="2730500"/>
            <a:ext cx="1250950" cy="211138"/>
          </a:xfrm>
          <a:custGeom>
            <a:avLst/>
            <a:gdLst>
              <a:gd name="T0" fmla="*/ 332 w 332"/>
              <a:gd name="T1" fmla="*/ 45 h 56"/>
              <a:gd name="T2" fmla="*/ 320 w 332"/>
              <a:gd name="T3" fmla="*/ 56 h 56"/>
              <a:gd name="T4" fmla="*/ 11 w 332"/>
              <a:gd name="T5" fmla="*/ 56 h 56"/>
              <a:gd name="T6" fmla="*/ 0 w 332"/>
              <a:gd name="T7" fmla="*/ 45 h 56"/>
              <a:gd name="T8" fmla="*/ 0 w 332"/>
              <a:gd name="T9" fmla="*/ 11 h 56"/>
              <a:gd name="T10" fmla="*/ 11 w 332"/>
              <a:gd name="T11" fmla="*/ 0 h 56"/>
              <a:gd name="T12" fmla="*/ 320 w 332"/>
              <a:gd name="T13" fmla="*/ 0 h 56"/>
              <a:gd name="T14" fmla="*/ 332 w 332"/>
              <a:gd name="T15" fmla="*/ 11 h 56"/>
              <a:gd name="T16" fmla="*/ 332 w 332"/>
              <a:gd name="T17" fmla="*/ 45 h 5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332" h="56">
                <a:moveTo>
                  <a:pt x="332" y="45"/>
                </a:moveTo>
                <a:cubicBezTo>
                  <a:pt x="332" y="51"/>
                  <a:pt x="327" y="56"/>
                  <a:pt x="320" y="56"/>
                </a:cubicBezTo>
                <a:cubicBezTo>
                  <a:pt x="11" y="56"/>
                  <a:pt x="11" y="56"/>
                  <a:pt x="11" y="56"/>
                </a:cubicBezTo>
                <a:cubicBezTo>
                  <a:pt x="5" y="56"/>
                  <a:pt x="0" y="51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320" y="0"/>
                  <a:pt x="320" y="0"/>
                  <a:pt x="320" y="0"/>
                </a:cubicBezTo>
                <a:cubicBezTo>
                  <a:pt x="327" y="0"/>
                  <a:pt x="332" y="5"/>
                  <a:pt x="332" y="11"/>
                </a:cubicBezTo>
                <a:lnTo>
                  <a:pt x="332" y="45"/>
                </a:lnTo>
                <a:close/>
              </a:path>
            </a:pathLst>
          </a:custGeom>
          <a:noFill/>
          <a:ln w="11113" cap="flat">
            <a:solidFill>
              <a:srgbClr val="128F68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7" name="Freeform 23">
            <a:extLst>
              <a:ext uri="{FF2B5EF4-FFF2-40B4-BE49-F238E27FC236}">
                <a16:creationId xmlns:a16="http://schemas.microsoft.com/office/drawing/2014/main" id="{904598D1-7F5F-8DA5-F6F7-011B00329B71}"/>
              </a:ext>
            </a:extLst>
          </p:cNvPr>
          <p:cNvSpPr>
            <a:spLocks/>
          </p:cNvSpPr>
          <p:nvPr/>
        </p:nvSpPr>
        <p:spPr bwMode="auto">
          <a:xfrm>
            <a:off x="6589713" y="3021013"/>
            <a:ext cx="625475" cy="215900"/>
          </a:xfrm>
          <a:custGeom>
            <a:avLst/>
            <a:gdLst>
              <a:gd name="T0" fmla="*/ 166 w 166"/>
              <a:gd name="T1" fmla="*/ 45 h 57"/>
              <a:gd name="T2" fmla="*/ 154 w 166"/>
              <a:gd name="T3" fmla="*/ 57 h 57"/>
              <a:gd name="T4" fmla="*/ 11 w 166"/>
              <a:gd name="T5" fmla="*/ 57 h 57"/>
              <a:gd name="T6" fmla="*/ 0 w 166"/>
              <a:gd name="T7" fmla="*/ 45 h 57"/>
              <a:gd name="T8" fmla="*/ 0 w 166"/>
              <a:gd name="T9" fmla="*/ 11 h 57"/>
              <a:gd name="T10" fmla="*/ 11 w 166"/>
              <a:gd name="T11" fmla="*/ 0 h 57"/>
              <a:gd name="T12" fmla="*/ 154 w 166"/>
              <a:gd name="T13" fmla="*/ 0 h 57"/>
              <a:gd name="T14" fmla="*/ 166 w 166"/>
              <a:gd name="T15" fmla="*/ 11 h 57"/>
              <a:gd name="T16" fmla="*/ 166 w 166"/>
              <a:gd name="T17" fmla="*/ 45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166" h="57">
                <a:moveTo>
                  <a:pt x="166" y="45"/>
                </a:moveTo>
                <a:cubicBezTo>
                  <a:pt x="166" y="52"/>
                  <a:pt x="161" y="57"/>
                  <a:pt x="154" y="57"/>
                </a:cubicBezTo>
                <a:cubicBezTo>
                  <a:pt x="11" y="57"/>
                  <a:pt x="11" y="57"/>
                  <a:pt x="11" y="57"/>
                </a:cubicBezTo>
                <a:cubicBezTo>
                  <a:pt x="5" y="57"/>
                  <a:pt x="0" y="52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154" y="0"/>
                  <a:pt x="154" y="0"/>
                  <a:pt x="154" y="0"/>
                </a:cubicBezTo>
                <a:cubicBezTo>
                  <a:pt x="161" y="0"/>
                  <a:pt x="166" y="5"/>
                  <a:pt x="166" y="11"/>
                </a:cubicBezTo>
                <a:lnTo>
                  <a:pt x="166" y="45"/>
                </a:lnTo>
                <a:close/>
              </a:path>
            </a:pathLst>
          </a:custGeom>
          <a:noFill/>
          <a:ln w="11113" cap="flat">
            <a:solidFill>
              <a:srgbClr val="128F68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8" name="Freeform 24">
            <a:extLst>
              <a:ext uri="{FF2B5EF4-FFF2-40B4-BE49-F238E27FC236}">
                <a16:creationId xmlns:a16="http://schemas.microsoft.com/office/drawing/2014/main" id="{88E65334-0C1E-B042-440B-7D6C460D8DAD}"/>
              </a:ext>
            </a:extLst>
          </p:cNvPr>
          <p:cNvSpPr>
            <a:spLocks/>
          </p:cNvSpPr>
          <p:nvPr/>
        </p:nvSpPr>
        <p:spPr bwMode="auto">
          <a:xfrm>
            <a:off x="6597650" y="3311525"/>
            <a:ext cx="312737" cy="215900"/>
          </a:xfrm>
          <a:custGeom>
            <a:avLst/>
            <a:gdLst>
              <a:gd name="T0" fmla="*/ 83 w 83"/>
              <a:gd name="T1" fmla="*/ 45 h 57"/>
              <a:gd name="T2" fmla="*/ 72 w 83"/>
              <a:gd name="T3" fmla="*/ 57 h 57"/>
              <a:gd name="T4" fmla="*/ 11 w 83"/>
              <a:gd name="T5" fmla="*/ 57 h 57"/>
              <a:gd name="T6" fmla="*/ 0 w 83"/>
              <a:gd name="T7" fmla="*/ 45 h 57"/>
              <a:gd name="T8" fmla="*/ 0 w 83"/>
              <a:gd name="T9" fmla="*/ 11 h 57"/>
              <a:gd name="T10" fmla="*/ 11 w 83"/>
              <a:gd name="T11" fmla="*/ 0 h 57"/>
              <a:gd name="T12" fmla="*/ 72 w 83"/>
              <a:gd name="T13" fmla="*/ 0 h 57"/>
              <a:gd name="T14" fmla="*/ 83 w 83"/>
              <a:gd name="T15" fmla="*/ 11 h 57"/>
              <a:gd name="T16" fmla="*/ 83 w 83"/>
              <a:gd name="T17" fmla="*/ 45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83" h="57">
                <a:moveTo>
                  <a:pt x="83" y="45"/>
                </a:moveTo>
                <a:cubicBezTo>
                  <a:pt x="83" y="52"/>
                  <a:pt x="78" y="57"/>
                  <a:pt x="72" y="57"/>
                </a:cubicBezTo>
                <a:cubicBezTo>
                  <a:pt x="11" y="57"/>
                  <a:pt x="11" y="57"/>
                  <a:pt x="11" y="57"/>
                </a:cubicBezTo>
                <a:cubicBezTo>
                  <a:pt x="5" y="57"/>
                  <a:pt x="0" y="52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72" y="0"/>
                  <a:pt x="72" y="0"/>
                  <a:pt x="72" y="0"/>
                </a:cubicBezTo>
                <a:cubicBezTo>
                  <a:pt x="78" y="0"/>
                  <a:pt x="83" y="5"/>
                  <a:pt x="83" y="11"/>
                </a:cubicBezTo>
                <a:lnTo>
                  <a:pt x="83" y="45"/>
                </a:lnTo>
                <a:close/>
              </a:path>
            </a:pathLst>
          </a:custGeom>
          <a:noFill/>
          <a:ln w="11113" cap="flat">
            <a:solidFill>
              <a:srgbClr val="128F68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9" name="Freeform 25">
            <a:extLst>
              <a:ext uri="{FF2B5EF4-FFF2-40B4-BE49-F238E27FC236}">
                <a16:creationId xmlns:a16="http://schemas.microsoft.com/office/drawing/2014/main" id="{BA944605-C58A-AB62-8CEB-DA2AA1FB8755}"/>
              </a:ext>
            </a:extLst>
          </p:cNvPr>
          <p:cNvSpPr>
            <a:spLocks/>
          </p:cNvSpPr>
          <p:nvPr/>
        </p:nvSpPr>
        <p:spPr bwMode="auto">
          <a:xfrm>
            <a:off x="6578600" y="3821113"/>
            <a:ext cx="5003800" cy="215900"/>
          </a:xfrm>
          <a:custGeom>
            <a:avLst/>
            <a:gdLst>
              <a:gd name="T0" fmla="*/ 1327 w 1327"/>
              <a:gd name="T1" fmla="*/ 29 h 57"/>
              <a:gd name="T2" fmla="*/ 1298 w 1327"/>
              <a:gd name="T3" fmla="*/ 57 h 57"/>
              <a:gd name="T4" fmla="*/ 28 w 1327"/>
              <a:gd name="T5" fmla="*/ 57 h 57"/>
              <a:gd name="T6" fmla="*/ 0 w 1327"/>
              <a:gd name="T7" fmla="*/ 29 h 57"/>
              <a:gd name="T8" fmla="*/ 0 w 1327"/>
              <a:gd name="T9" fmla="*/ 29 h 57"/>
              <a:gd name="T10" fmla="*/ 28 w 1327"/>
              <a:gd name="T11" fmla="*/ 0 h 57"/>
              <a:gd name="T12" fmla="*/ 1298 w 1327"/>
              <a:gd name="T13" fmla="*/ 0 h 57"/>
              <a:gd name="T14" fmla="*/ 1327 w 1327"/>
              <a:gd name="T15" fmla="*/ 29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1327" h="57">
                <a:moveTo>
                  <a:pt x="1327" y="29"/>
                </a:moveTo>
                <a:cubicBezTo>
                  <a:pt x="1327" y="44"/>
                  <a:pt x="1314" y="57"/>
                  <a:pt x="1298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9"/>
                </a:cubicBezTo>
                <a:cubicBezTo>
                  <a:pt x="0" y="29"/>
                  <a:pt x="0" y="29"/>
                  <a:pt x="0" y="29"/>
                </a:cubicBezTo>
                <a:cubicBezTo>
                  <a:pt x="0" y="13"/>
                  <a:pt x="13" y="0"/>
                  <a:pt x="28" y="0"/>
                </a:cubicBezTo>
                <a:cubicBezTo>
                  <a:pt x="1298" y="0"/>
                  <a:pt x="1298" y="0"/>
                  <a:pt x="1298" y="0"/>
                </a:cubicBezTo>
                <a:cubicBezTo>
                  <a:pt x="1314" y="0"/>
                  <a:pt x="1327" y="13"/>
                  <a:pt x="1327" y="29"/>
                </a:cubicBezTo>
                <a:close/>
              </a:path>
            </a:pathLst>
          </a:custGeom>
          <a:noFill/>
          <a:ln w="11113" cap="flat">
            <a:solidFill>
              <a:srgbClr val="128F68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30" name="Freeform 26">
            <a:extLst>
              <a:ext uri="{FF2B5EF4-FFF2-40B4-BE49-F238E27FC236}">
                <a16:creationId xmlns:a16="http://schemas.microsoft.com/office/drawing/2014/main" id="{8E635E0F-C086-5709-D095-3D622B01CDDF}"/>
              </a:ext>
            </a:extLst>
          </p:cNvPr>
          <p:cNvSpPr>
            <a:spLocks/>
          </p:cNvSpPr>
          <p:nvPr/>
        </p:nvSpPr>
        <p:spPr bwMode="auto">
          <a:xfrm>
            <a:off x="6578600" y="4154488"/>
            <a:ext cx="2500312" cy="214313"/>
          </a:xfrm>
          <a:custGeom>
            <a:avLst/>
            <a:gdLst>
              <a:gd name="T0" fmla="*/ 663 w 663"/>
              <a:gd name="T1" fmla="*/ 29 h 57"/>
              <a:gd name="T2" fmla="*/ 635 w 663"/>
              <a:gd name="T3" fmla="*/ 57 h 57"/>
              <a:gd name="T4" fmla="*/ 28 w 663"/>
              <a:gd name="T5" fmla="*/ 57 h 57"/>
              <a:gd name="T6" fmla="*/ 0 w 663"/>
              <a:gd name="T7" fmla="*/ 29 h 57"/>
              <a:gd name="T8" fmla="*/ 0 w 663"/>
              <a:gd name="T9" fmla="*/ 29 h 57"/>
              <a:gd name="T10" fmla="*/ 28 w 663"/>
              <a:gd name="T11" fmla="*/ 0 h 57"/>
              <a:gd name="T12" fmla="*/ 635 w 663"/>
              <a:gd name="T13" fmla="*/ 0 h 57"/>
              <a:gd name="T14" fmla="*/ 663 w 663"/>
              <a:gd name="T15" fmla="*/ 29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663" h="57">
                <a:moveTo>
                  <a:pt x="663" y="29"/>
                </a:moveTo>
                <a:cubicBezTo>
                  <a:pt x="663" y="44"/>
                  <a:pt x="651" y="57"/>
                  <a:pt x="635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9"/>
                </a:cubicBezTo>
                <a:cubicBezTo>
                  <a:pt x="0" y="29"/>
                  <a:pt x="0" y="29"/>
                  <a:pt x="0" y="29"/>
                </a:cubicBezTo>
                <a:cubicBezTo>
                  <a:pt x="0" y="13"/>
                  <a:pt x="13" y="0"/>
                  <a:pt x="28" y="0"/>
                </a:cubicBezTo>
                <a:cubicBezTo>
                  <a:pt x="635" y="0"/>
                  <a:pt x="635" y="0"/>
                  <a:pt x="635" y="0"/>
                </a:cubicBezTo>
                <a:cubicBezTo>
                  <a:pt x="651" y="0"/>
                  <a:pt x="663" y="13"/>
                  <a:pt x="663" y="29"/>
                </a:cubicBezTo>
                <a:close/>
              </a:path>
            </a:pathLst>
          </a:custGeom>
          <a:noFill/>
          <a:ln w="11113" cap="flat">
            <a:solidFill>
              <a:srgbClr val="128F68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31" name="Freeform 27">
            <a:extLst>
              <a:ext uri="{FF2B5EF4-FFF2-40B4-BE49-F238E27FC236}">
                <a16:creationId xmlns:a16="http://schemas.microsoft.com/office/drawing/2014/main" id="{B10A862A-B79F-7FA4-4ABF-B1529512000C}"/>
              </a:ext>
            </a:extLst>
          </p:cNvPr>
          <p:cNvSpPr>
            <a:spLocks/>
          </p:cNvSpPr>
          <p:nvPr/>
        </p:nvSpPr>
        <p:spPr bwMode="auto">
          <a:xfrm>
            <a:off x="6578600" y="4497388"/>
            <a:ext cx="1250950" cy="215900"/>
          </a:xfrm>
          <a:custGeom>
            <a:avLst/>
            <a:gdLst>
              <a:gd name="T0" fmla="*/ 332 w 332"/>
              <a:gd name="T1" fmla="*/ 29 h 57"/>
              <a:gd name="T2" fmla="*/ 303 w 332"/>
              <a:gd name="T3" fmla="*/ 57 h 57"/>
              <a:gd name="T4" fmla="*/ 28 w 332"/>
              <a:gd name="T5" fmla="*/ 57 h 57"/>
              <a:gd name="T6" fmla="*/ 0 w 332"/>
              <a:gd name="T7" fmla="*/ 29 h 57"/>
              <a:gd name="T8" fmla="*/ 0 w 332"/>
              <a:gd name="T9" fmla="*/ 29 h 57"/>
              <a:gd name="T10" fmla="*/ 28 w 332"/>
              <a:gd name="T11" fmla="*/ 0 h 57"/>
              <a:gd name="T12" fmla="*/ 303 w 332"/>
              <a:gd name="T13" fmla="*/ 0 h 57"/>
              <a:gd name="T14" fmla="*/ 332 w 332"/>
              <a:gd name="T15" fmla="*/ 29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332" h="57">
                <a:moveTo>
                  <a:pt x="332" y="29"/>
                </a:moveTo>
                <a:cubicBezTo>
                  <a:pt x="332" y="44"/>
                  <a:pt x="319" y="57"/>
                  <a:pt x="303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9"/>
                </a:cubicBezTo>
                <a:cubicBezTo>
                  <a:pt x="0" y="29"/>
                  <a:pt x="0" y="29"/>
                  <a:pt x="0" y="29"/>
                </a:cubicBezTo>
                <a:cubicBezTo>
                  <a:pt x="0" y="13"/>
                  <a:pt x="13" y="0"/>
                  <a:pt x="28" y="0"/>
                </a:cubicBezTo>
                <a:cubicBezTo>
                  <a:pt x="303" y="0"/>
                  <a:pt x="303" y="0"/>
                  <a:pt x="303" y="0"/>
                </a:cubicBezTo>
                <a:cubicBezTo>
                  <a:pt x="319" y="0"/>
                  <a:pt x="332" y="13"/>
                  <a:pt x="332" y="29"/>
                </a:cubicBezTo>
                <a:close/>
              </a:path>
            </a:pathLst>
          </a:custGeom>
          <a:noFill/>
          <a:ln w="11113" cap="flat">
            <a:solidFill>
              <a:srgbClr val="128F68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32" name="Freeform 28">
            <a:extLst>
              <a:ext uri="{FF2B5EF4-FFF2-40B4-BE49-F238E27FC236}">
                <a16:creationId xmlns:a16="http://schemas.microsoft.com/office/drawing/2014/main" id="{1021918B-CA2F-BE9D-AD50-F570F5AFE7B0}"/>
              </a:ext>
            </a:extLst>
          </p:cNvPr>
          <p:cNvSpPr>
            <a:spLocks/>
          </p:cNvSpPr>
          <p:nvPr/>
        </p:nvSpPr>
        <p:spPr bwMode="auto">
          <a:xfrm>
            <a:off x="6578600" y="4826000"/>
            <a:ext cx="625475" cy="215900"/>
          </a:xfrm>
          <a:custGeom>
            <a:avLst/>
            <a:gdLst>
              <a:gd name="T0" fmla="*/ 166 w 166"/>
              <a:gd name="T1" fmla="*/ 28 h 57"/>
              <a:gd name="T2" fmla="*/ 137 w 166"/>
              <a:gd name="T3" fmla="*/ 57 h 57"/>
              <a:gd name="T4" fmla="*/ 28 w 166"/>
              <a:gd name="T5" fmla="*/ 57 h 57"/>
              <a:gd name="T6" fmla="*/ 0 w 166"/>
              <a:gd name="T7" fmla="*/ 28 h 57"/>
              <a:gd name="T8" fmla="*/ 0 w 166"/>
              <a:gd name="T9" fmla="*/ 28 h 57"/>
              <a:gd name="T10" fmla="*/ 28 w 166"/>
              <a:gd name="T11" fmla="*/ 0 h 57"/>
              <a:gd name="T12" fmla="*/ 137 w 166"/>
              <a:gd name="T13" fmla="*/ 0 h 57"/>
              <a:gd name="T14" fmla="*/ 166 w 166"/>
              <a:gd name="T15" fmla="*/ 28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166" h="57">
                <a:moveTo>
                  <a:pt x="166" y="28"/>
                </a:moveTo>
                <a:cubicBezTo>
                  <a:pt x="166" y="44"/>
                  <a:pt x="153" y="57"/>
                  <a:pt x="137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8"/>
                </a:cubicBezTo>
                <a:cubicBezTo>
                  <a:pt x="0" y="28"/>
                  <a:pt x="0" y="28"/>
                  <a:pt x="0" y="28"/>
                </a:cubicBezTo>
                <a:cubicBezTo>
                  <a:pt x="0" y="13"/>
                  <a:pt x="13" y="0"/>
                  <a:pt x="28" y="0"/>
                </a:cubicBezTo>
                <a:cubicBezTo>
                  <a:pt x="137" y="0"/>
                  <a:pt x="137" y="0"/>
                  <a:pt x="137" y="0"/>
                </a:cubicBezTo>
                <a:cubicBezTo>
                  <a:pt x="153" y="0"/>
                  <a:pt x="166" y="13"/>
                  <a:pt x="166" y="28"/>
                </a:cubicBezTo>
                <a:close/>
              </a:path>
            </a:pathLst>
          </a:custGeom>
          <a:noFill/>
          <a:ln w="11113" cap="flat">
            <a:solidFill>
              <a:srgbClr val="128F68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33" name="Freeform 29">
            <a:extLst>
              <a:ext uri="{FF2B5EF4-FFF2-40B4-BE49-F238E27FC236}">
                <a16:creationId xmlns:a16="http://schemas.microsoft.com/office/drawing/2014/main" id="{393F4BCA-1329-863E-96D1-88D9B949E85D}"/>
              </a:ext>
            </a:extLst>
          </p:cNvPr>
          <p:cNvSpPr>
            <a:spLocks/>
          </p:cNvSpPr>
          <p:nvPr/>
        </p:nvSpPr>
        <p:spPr bwMode="auto">
          <a:xfrm>
            <a:off x="6578600" y="5143500"/>
            <a:ext cx="312737" cy="214313"/>
          </a:xfrm>
          <a:custGeom>
            <a:avLst/>
            <a:gdLst>
              <a:gd name="T0" fmla="*/ 83 w 83"/>
              <a:gd name="T1" fmla="*/ 28 h 57"/>
              <a:gd name="T2" fmla="*/ 55 w 83"/>
              <a:gd name="T3" fmla="*/ 57 h 57"/>
              <a:gd name="T4" fmla="*/ 28 w 83"/>
              <a:gd name="T5" fmla="*/ 57 h 57"/>
              <a:gd name="T6" fmla="*/ 0 w 83"/>
              <a:gd name="T7" fmla="*/ 28 h 57"/>
              <a:gd name="T8" fmla="*/ 0 w 83"/>
              <a:gd name="T9" fmla="*/ 28 h 57"/>
              <a:gd name="T10" fmla="*/ 28 w 83"/>
              <a:gd name="T11" fmla="*/ 0 h 57"/>
              <a:gd name="T12" fmla="*/ 55 w 83"/>
              <a:gd name="T13" fmla="*/ 0 h 57"/>
              <a:gd name="T14" fmla="*/ 83 w 83"/>
              <a:gd name="T15" fmla="*/ 28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83" h="57">
                <a:moveTo>
                  <a:pt x="83" y="28"/>
                </a:moveTo>
                <a:cubicBezTo>
                  <a:pt x="83" y="44"/>
                  <a:pt x="70" y="57"/>
                  <a:pt x="55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8"/>
                </a:cubicBezTo>
                <a:cubicBezTo>
                  <a:pt x="0" y="28"/>
                  <a:pt x="0" y="28"/>
                  <a:pt x="0" y="28"/>
                </a:cubicBezTo>
                <a:cubicBezTo>
                  <a:pt x="0" y="13"/>
                  <a:pt x="13" y="0"/>
                  <a:pt x="28" y="0"/>
                </a:cubicBezTo>
                <a:cubicBezTo>
                  <a:pt x="55" y="0"/>
                  <a:pt x="55" y="0"/>
                  <a:pt x="55" y="0"/>
                </a:cubicBezTo>
                <a:cubicBezTo>
                  <a:pt x="70" y="0"/>
                  <a:pt x="83" y="13"/>
                  <a:pt x="83" y="28"/>
                </a:cubicBezTo>
                <a:close/>
              </a:path>
            </a:pathLst>
          </a:custGeom>
          <a:noFill/>
          <a:ln w="11113" cap="flat">
            <a:solidFill>
              <a:srgbClr val="128F68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9515038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CAA8C6B7-B9B0-B08F-7F7C-D90832B903B5}"/>
              </a:ext>
            </a:extLst>
          </p:cNvPr>
          <p:cNvSpPr/>
          <p:nvPr/>
        </p:nvSpPr>
        <p:spPr>
          <a:xfrm>
            <a:off x="2280424" y="992459"/>
            <a:ext cx="4605454" cy="132142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사각형: 둥근 한쪽 모서리 4">
            <a:extLst>
              <a:ext uri="{FF2B5EF4-FFF2-40B4-BE49-F238E27FC236}">
                <a16:creationId xmlns:a16="http://schemas.microsoft.com/office/drawing/2014/main" id="{0AC12BDA-4FFB-4AA5-FDE6-C7D7ED1DB678}"/>
              </a:ext>
            </a:extLst>
          </p:cNvPr>
          <p:cNvSpPr/>
          <p:nvPr/>
        </p:nvSpPr>
        <p:spPr>
          <a:xfrm rot="10800000">
            <a:off x="5347010" y="992459"/>
            <a:ext cx="1538866" cy="234176"/>
          </a:xfrm>
          <a:prstGeom prst="round1Rect">
            <a:avLst>
              <a:gd name="adj" fmla="val 50000"/>
            </a:avLst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0338AB9-17E1-910B-062A-ED1FA27A86C1}"/>
              </a:ext>
            </a:extLst>
          </p:cNvPr>
          <p:cNvSpPr txBox="1"/>
          <p:nvPr/>
        </p:nvSpPr>
        <p:spPr>
          <a:xfrm>
            <a:off x="5347010" y="978741"/>
            <a:ext cx="153886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ko-KR" altLang="en-US" sz="1050" spc="-23">
                <a:ln>
                  <a:solidFill>
                    <a:prstClr val="black">
                      <a:alpha val="0"/>
                    </a:prstClr>
                  </a:solidFill>
                </a:ln>
                <a:solidFill>
                  <a:schemeClr val="bg1"/>
                </a:solidFill>
                <a:latin typeface="Montserrat" pitchFamily="2" charset="0"/>
                <a:ea typeface="나눔스퀘어 네오 Regular" panose="00000500000000000000" pitchFamily="2" charset="-127"/>
              </a:rPr>
              <a:t>파일이름 </a:t>
            </a:r>
            <a:r>
              <a:rPr kumimoji="1" lang="en-US" altLang="ko-KR" sz="1050" spc="-23">
                <a:ln>
                  <a:solidFill>
                    <a:prstClr val="black">
                      <a:alpha val="0"/>
                    </a:prstClr>
                  </a:solidFill>
                </a:ln>
                <a:solidFill>
                  <a:schemeClr val="bg1"/>
                </a:solidFill>
                <a:latin typeface="Montserrat" pitchFamily="2" charset="0"/>
                <a:ea typeface="나눔스퀘어 네오 Regular" panose="00000500000000000000" pitchFamily="2" charset="-127"/>
              </a:rPr>
              <a:t>: </a:t>
            </a:r>
            <a:r>
              <a:rPr kumimoji="1" lang="en-US" altLang="ko-KR" sz="1050" spc="-23" err="1">
                <a:ln>
                  <a:solidFill>
                    <a:prstClr val="black">
                      <a:alpha val="0"/>
                    </a:prstClr>
                  </a:solidFill>
                </a:ln>
                <a:solidFill>
                  <a:schemeClr val="bg1"/>
                </a:solidFill>
                <a:latin typeface="Montserrat" pitchFamily="2" charset="0"/>
                <a:ea typeface="나눔스퀘어 네오 Regular" panose="00000500000000000000" pitchFamily="2" charset="-127"/>
              </a:rPr>
              <a:t>setting.json</a:t>
            </a:r>
            <a:endParaRPr kumimoji="1" lang="ko-KR" altLang="en-US" sz="1050" spc="-23">
              <a:ln>
                <a:solidFill>
                  <a:prstClr val="black">
                    <a:alpha val="0"/>
                  </a:prstClr>
                </a:solidFill>
              </a:ln>
              <a:solidFill>
                <a:schemeClr val="bg1"/>
              </a:solidFill>
              <a:latin typeface="Montserrat" pitchFamily="2" charset="0"/>
              <a:ea typeface="나눔스퀘어 네오 Regular" panose="00000500000000000000" pitchFamily="2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5977839-8F0D-61C1-06AA-20B3A2F62C45}"/>
              </a:ext>
            </a:extLst>
          </p:cNvPr>
          <p:cNvSpPr txBox="1"/>
          <p:nvPr/>
        </p:nvSpPr>
        <p:spPr>
          <a:xfrm>
            <a:off x="9569219" y="918858"/>
            <a:ext cx="101040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1400" b="1" i="0" u="none" strike="noStrike" kern="1200" cap="none" spc="-23" normalizeH="0" baseline="0" noProof="0">
                <a:ln>
                  <a:solidFill>
                    <a:prstClr val="black">
                      <a:alpha val="0"/>
                    </a:prstClr>
                  </a:solidFill>
                </a:ln>
                <a:solidFill>
                  <a:prstClr val="black"/>
                </a:solidFill>
                <a:effectLst/>
                <a:uLnTx/>
                <a:uFillTx/>
                <a:latin typeface="Montserrat" pitchFamily="2" charset="0"/>
                <a:ea typeface="나눔스퀘어 네오 Regular" panose="00000500000000000000" pitchFamily="2" charset="-127"/>
                <a:cs typeface="+mn-cs"/>
              </a:rPr>
              <a:t>단어</a:t>
            </a:r>
            <a:r>
              <a:rPr kumimoji="1" lang="ko-KR" altLang="en-US" sz="1400" b="0" i="0" u="none" strike="noStrike" kern="1200" cap="none" spc="-23" normalizeH="0" baseline="0" noProof="0">
                <a:ln>
                  <a:solidFill>
                    <a:prstClr val="black">
                      <a:alpha val="0"/>
                    </a:prstClr>
                  </a:solidFill>
                </a:ln>
                <a:solidFill>
                  <a:prstClr val="black"/>
                </a:solidFill>
                <a:effectLst/>
                <a:uLnTx/>
                <a:uFillTx/>
                <a:latin typeface="Montserrat" pitchFamily="2" charset="0"/>
                <a:ea typeface="나눔스퀘어 네오 Regular" panose="00000500000000000000" pitchFamily="2" charset="-127"/>
                <a:cs typeface="+mn-cs"/>
              </a:rPr>
              <a:t> </a:t>
            </a:r>
            <a:r>
              <a:rPr kumimoji="1" lang="en-US" altLang="ko-KR" sz="1400" b="0" i="0" u="none" strike="noStrike" kern="1200" cap="none" spc="-23" normalizeH="0" baseline="0" noProof="0">
                <a:ln>
                  <a:solidFill>
                    <a:prstClr val="black">
                      <a:alpha val="0"/>
                    </a:prstClr>
                  </a:solidFill>
                </a:ln>
                <a:solidFill>
                  <a:prstClr val="black"/>
                </a:solidFill>
                <a:effectLst/>
                <a:uLnTx/>
                <a:uFillTx/>
                <a:latin typeface="Montserrat" pitchFamily="2" charset="0"/>
                <a:ea typeface="나눔스퀘어 네오 Regular" panose="00000500000000000000" pitchFamily="2" charset="-127"/>
                <a:cs typeface="+mn-cs"/>
              </a:rPr>
              <a:t>: </a:t>
            </a:r>
            <a:r>
              <a:rPr kumimoji="1" lang="ko-KR" altLang="en-US" sz="1400" b="0" i="0" u="none" strike="noStrike" kern="1200" cap="none" spc="-23" normalizeH="0" baseline="0" noProof="0">
                <a:ln>
                  <a:solidFill>
                    <a:prstClr val="black">
                      <a:alpha val="0"/>
                    </a:prstClr>
                  </a:solidFill>
                </a:ln>
                <a:solidFill>
                  <a:prstClr val="black"/>
                </a:solidFill>
                <a:effectLst/>
                <a:uLnTx/>
                <a:uFillTx/>
                <a:latin typeface="Montserrat" pitchFamily="2" charset="0"/>
                <a:ea typeface="나눔스퀘어 네오 Regular" panose="00000500000000000000" pitchFamily="2" charset="-127"/>
                <a:cs typeface="+mn-cs"/>
              </a:rPr>
              <a:t>설명</a:t>
            </a:r>
          </a:p>
        </p:txBody>
      </p:sp>
      <p:pic>
        <p:nvPicPr>
          <p:cNvPr id="9" name="그림 8" descr="텍스트, 스크린샷, 잭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88042690-A72C-215A-E073-9F9762132A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53497" y="3220315"/>
            <a:ext cx="6387026" cy="2438928"/>
          </a:xfrm>
          <a:prstGeom prst="rect">
            <a:avLst/>
          </a:prstGeom>
        </p:spPr>
      </p:pic>
      <p:sp>
        <p:nvSpPr>
          <p:cNvPr id="10" name="사각형: 둥근 모서리 9">
            <a:extLst>
              <a:ext uri="{FF2B5EF4-FFF2-40B4-BE49-F238E27FC236}">
                <a16:creationId xmlns:a16="http://schemas.microsoft.com/office/drawing/2014/main" id="{78C76845-DF98-7274-8BD1-DB1E4447B664}"/>
              </a:ext>
            </a:extLst>
          </p:cNvPr>
          <p:cNvSpPr/>
          <p:nvPr/>
        </p:nvSpPr>
        <p:spPr>
          <a:xfrm>
            <a:off x="4435398" y="4683512"/>
            <a:ext cx="1747953" cy="273205"/>
          </a:xfrm>
          <a:prstGeom prst="roundRect">
            <a:avLst/>
          </a:prstGeom>
          <a:noFill/>
          <a:ln w="1905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사각형: 둥근 모서리 10">
            <a:extLst>
              <a:ext uri="{FF2B5EF4-FFF2-40B4-BE49-F238E27FC236}">
                <a16:creationId xmlns:a16="http://schemas.microsoft.com/office/drawing/2014/main" id="{399D6A41-C469-47F1-389F-51FB4B9911C4}"/>
              </a:ext>
            </a:extLst>
          </p:cNvPr>
          <p:cNvSpPr/>
          <p:nvPr/>
        </p:nvSpPr>
        <p:spPr>
          <a:xfrm>
            <a:off x="4435398" y="5522640"/>
            <a:ext cx="1747953" cy="273205"/>
          </a:xfrm>
          <a:prstGeom prst="roundRect">
            <a:avLst/>
          </a:prstGeom>
          <a:noFill/>
          <a:ln w="1905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3" name="직선 화살표 연결선 12">
            <a:extLst>
              <a:ext uri="{FF2B5EF4-FFF2-40B4-BE49-F238E27FC236}">
                <a16:creationId xmlns:a16="http://schemas.microsoft.com/office/drawing/2014/main" id="{9C0CA43E-4EF7-47C3-4772-D3D3A7663C08}"/>
              </a:ext>
            </a:extLst>
          </p:cNvPr>
          <p:cNvCxnSpPr>
            <a:cxnSpLocks/>
            <a:stCxn id="10" idx="2"/>
          </p:cNvCxnSpPr>
          <p:nvPr/>
        </p:nvCxnSpPr>
        <p:spPr>
          <a:xfrm>
            <a:off x="5309375" y="4956717"/>
            <a:ext cx="0" cy="565923"/>
          </a:xfrm>
          <a:prstGeom prst="straightConnector1">
            <a:avLst/>
          </a:prstGeom>
          <a:noFill/>
          <a:ln w="19050">
            <a:solidFill>
              <a:srgbClr val="00B0F0"/>
            </a:solidFill>
            <a:headEnd type="oval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47A03187-7D6E-9821-7B3D-DCA82FB49436}"/>
              </a:ext>
            </a:extLst>
          </p:cNvPr>
          <p:cNvSpPr txBox="1"/>
          <p:nvPr/>
        </p:nvSpPr>
        <p:spPr>
          <a:xfrm>
            <a:off x="4435398" y="5541929"/>
            <a:ext cx="1747943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1050" b="1" i="0" u="none" strike="noStrike" kern="1200" cap="none" spc="-23" normalizeH="0" baseline="0" noProof="0">
                <a:ln>
                  <a:solidFill>
                    <a:prstClr val="black">
                      <a:alpha val="0"/>
                    </a:prstClr>
                  </a:solidFill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Montserrat" pitchFamily="2" charset="0"/>
                <a:ea typeface="나눔스퀘어 네오 Regular" panose="00000500000000000000" pitchFamily="2" charset="-127"/>
                <a:cs typeface="+mn-cs"/>
              </a:rPr>
              <a:t>일반 </a:t>
            </a:r>
            <a:r>
              <a:rPr kumimoji="1" lang="en-US" altLang="ko-KR" sz="1050" b="1" i="0" u="none" strike="noStrike" kern="1200" cap="none" spc="-23" normalizeH="0" baseline="0" noProof="0">
                <a:ln>
                  <a:solidFill>
                    <a:prstClr val="black">
                      <a:alpha val="0"/>
                    </a:prstClr>
                  </a:solidFill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Montserrat" pitchFamily="2" charset="0"/>
                <a:ea typeface="나눔스퀘어 네오 Regular" panose="00000500000000000000" pitchFamily="2" charset="-127"/>
                <a:cs typeface="+mn-cs"/>
              </a:rPr>
              <a:t>PC</a:t>
            </a:r>
            <a:r>
              <a:rPr kumimoji="1" lang="ko-KR" altLang="en-US" sz="1050" b="1" i="0" u="none" strike="noStrike" kern="1200" cap="none" spc="-23" normalizeH="0" baseline="0" noProof="0">
                <a:ln>
                  <a:solidFill>
                    <a:prstClr val="black">
                      <a:alpha val="0"/>
                    </a:prstClr>
                  </a:solidFill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Montserrat" pitchFamily="2" charset="0"/>
                <a:ea typeface="나눔스퀘어 네오 Regular" panose="00000500000000000000" pitchFamily="2" charset="-127"/>
                <a:cs typeface="+mn-cs"/>
              </a:rPr>
              <a:t>의 경우 선택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4A1C44B-2C86-8DDD-F8AB-EE27AB01C624}"/>
              </a:ext>
            </a:extLst>
          </p:cNvPr>
          <p:cNvSpPr txBox="1"/>
          <p:nvPr/>
        </p:nvSpPr>
        <p:spPr>
          <a:xfrm>
            <a:off x="10249751" y="2313623"/>
            <a:ext cx="448071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1050" b="1" i="0" u="none" strike="noStrike" kern="1200" cap="none" spc="-23" normalizeH="0" baseline="0" noProof="0">
                <a:ln>
                  <a:solidFill>
                    <a:prstClr val="black">
                      <a:alpha val="0"/>
                    </a:prstClr>
                  </a:solidFill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Montserrat" pitchFamily="2" charset="0"/>
                <a:ea typeface="나눔스퀘어 네오 Regular" panose="00000500000000000000" pitchFamily="2" charset="-127"/>
                <a:cs typeface="+mn-cs"/>
              </a:rPr>
              <a:t>출처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A6692D7-2521-2B7A-11C8-66E302EEF499}"/>
              </a:ext>
            </a:extLst>
          </p:cNvPr>
          <p:cNvSpPr txBox="1"/>
          <p:nvPr/>
        </p:nvSpPr>
        <p:spPr>
          <a:xfrm>
            <a:off x="9713719" y="2255364"/>
            <a:ext cx="59195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1" i="0" u="none" strike="noStrike" kern="1200" cap="none" spc="-12" normalizeH="0" baseline="0" noProof="0">
                <a:ln>
                  <a:solidFill>
                    <a:prstClr val="black">
                      <a:alpha val="0"/>
                    </a:prstClr>
                  </a:solidFill>
                </a:ln>
                <a:solidFill>
                  <a:srgbClr val="E7E6E6">
                    <a:lumMod val="25000"/>
                  </a:srgbClr>
                </a:solidFill>
                <a:effectLst/>
                <a:uLnTx/>
                <a:uFillTx/>
                <a:latin typeface="Montserrat" pitchFamily="2" charset="0"/>
                <a:ea typeface="나눔스퀘어 네오 Heavy" panose="00000A00000000000000" pitchFamily="2" charset="-127"/>
                <a:cs typeface="맑은 고딕 Semilight" panose="020B0502040204020203" pitchFamily="50" charset="-127"/>
              </a:rPr>
              <a:t>주제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BF402E4-CD1D-01CB-5501-00EF3CDF9697}"/>
              </a:ext>
            </a:extLst>
          </p:cNvPr>
          <p:cNvSpPr txBox="1"/>
          <p:nvPr/>
        </p:nvSpPr>
        <p:spPr>
          <a:xfrm>
            <a:off x="9713718" y="2592872"/>
            <a:ext cx="101040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1400" b="1" i="0" u="none" strike="noStrike" kern="1200" cap="none" spc="-23" normalizeH="0" baseline="0" noProof="0">
                <a:ln>
                  <a:solidFill>
                    <a:prstClr val="black">
                      <a:alpha val="0"/>
                    </a:prstClr>
                  </a:solidFill>
                </a:ln>
                <a:solidFill>
                  <a:prstClr val="black"/>
                </a:solidFill>
                <a:effectLst/>
                <a:uLnTx/>
                <a:uFillTx/>
                <a:latin typeface="Montserrat" pitchFamily="2" charset="0"/>
                <a:ea typeface="나눔스퀘어 네오 Regular" panose="00000500000000000000" pitchFamily="2" charset="-127"/>
                <a:cs typeface="+mn-cs"/>
              </a:rPr>
              <a:t>단어</a:t>
            </a:r>
            <a:r>
              <a:rPr kumimoji="1" lang="ko-KR" altLang="en-US" sz="1400" b="0" i="0" u="none" strike="noStrike" kern="1200" cap="none" spc="-23" normalizeH="0" baseline="0" noProof="0">
                <a:ln>
                  <a:solidFill>
                    <a:prstClr val="black">
                      <a:alpha val="0"/>
                    </a:prstClr>
                  </a:solidFill>
                </a:ln>
                <a:solidFill>
                  <a:prstClr val="black"/>
                </a:solidFill>
                <a:effectLst/>
                <a:uLnTx/>
                <a:uFillTx/>
                <a:latin typeface="Montserrat" pitchFamily="2" charset="0"/>
                <a:ea typeface="나눔스퀘어 네오 Regular" panose="00000500000000000000" pitchFamily="2" charset="-127"/>
                <a:cs typeface="+mn-cs"/>
              </a:rPr>
              <a:t> </a:t>
            </a:r>
            <a:r>
              <a:rPr kumimoji="1" lang="en-US" altLang="ko-KR" sz="1400" b="0" i="0" u="none" strike="noStrike" kern="1200" cap="none" spc="-23" normalizeH="0" baseline="0" noProof="0">
                <a:ln>
                  <a:solidFill>
                    <a:prstClr val="black">
                      <a:alpha val="0"/>
                    </a:prstClr>
                  </a:solidFill>
                </a:ln>
                <a:solidFill>
                  <a:prstClr val="black"/>
                </a:solidFill>
                <a:effectLst/>
                <a:uLnTx/>
                <a:uFillTx/>
                <a:latin typeface="Montserrat" pitchFamily="2" charset="0"/>
                <a:ea typeface="나눔스퀘어 네오 Regular" panose="00000500000000000000" pitchFamily="2" charset="-127"/>
                <a:cs typeface="+mn-cs"/>
              </a:rPr>
              <a:t>: </a:t>
            </a:r>
            <a:r>
              <a:rPr kumimoji="1" lang="ko-KR" altLang="en-US" sz="1400" b="0" i="0" u="none" strike="noStrike" kern="1200" cap="none" spc="-23" normalizeH="0" baseline="0" noProof="0">
                <a:ln>
                  <a:solidFill>
                    <a:prstClr val="black">
                      <a:alpha val="0"/>
                    </a:prstClr>
                  </a:solidFill>
                </a:ln>
                <a:solidFill>
                  <a:prstClr val="black"/>
                </a:solidFill>
                <a:effectLst/>
                <a:uLnTx/>
                <a:uFillTx/>
                <a:latin typeface="Montserrat" pitchFamily="2" charset="0"/>
                <a:ea typeface="나눔스퀘어 네오 Regular" panose="00000500000000000000" pitchFamily="2" charset="-127"/>
                <a:cs typeface="+mn-cs"/>
              </a:rPr>
              <a:t>설명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725C8B8-18AB-02D9-E102-D42DD8D874A1}"/>
              </a:ext>
            </a:extLst>
          </p:cNvPr>
          <p:cNvSpPr txBox="1"/>
          <p:nvPr/>
        </p:nvSpPr>
        <p:spPr>
          <a:xfrm>
            <a:off x="9713718" y="2931426"/>
            <a:ext cx="1286186" cy="6281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144000" marR="0" lvl="0" indent="-180000" algn="l" defTabSz="914400" rtl="0" eaLnBrk="1" fontAlgn="auto" latinLnBrk="1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kumimoji="1" lang="ko-KR" altLang="en-US" sz="1400" b="0" i="0" u="none" strike="noStrike" kern="1200" cap="none" spc="-23" normalizeH="0" baseline="0" noProof="0">
                <a:ln>
                  <a:solidFill>
                    <a:prstClr val="black">
                      <a:alpha val="0"/>
                    </a:prstClr>
                  </a:solidFill>
                </a:ln>
                <a:solidFill>
                  <a:prstClr val="black"/>
                </a:solidFill>
                <a:effectLst/>
                <a:uLnTx/>
                <a:uFillTx/>
                <a:latin typeface="Montserrat" pitchFamily="2" charset="0"/>
                <a:ea typeface="나눔스퀘어 네오 Regular" panose="00000500000000000000" pitchFamily="2" charset="-127"/>
                <a:cs typeface="+mn-cs"/>
              </a:rPr>
              <a:t>내용 나열</a:t>
            </a:r>
            <a:endParaRPr kumimoji="1" lang="en-US" altLang="ko-KR" sz="1400" b="0" i="0" u="none" strike="noStrike" kern="1200" cap="none" spc="-23" normalizeH="0" baseline="0" noProof="0">
              <a:ln>
                <a:solidFill>
                  <a:prstClr val="black">
                    <a:alpha val="0"/>
                  </a:prstClr>
                </a:solidFill>
              </a:ln>
              <a:solidFill>
                <a:prstClr val="black"/>
              </a:solidFill>
              <a:effectLst/>
              <a:uLnTx/>
              <a:uFillTx/>
              <a:latin typeface="Montserrat" pitchFamily="2" charset="0"/>
              <a:ea typeface="나눔스퀘어 네오 Regular" panose="00000500000000000000" pitchFamily="2" charset="-127"/>
              <a:cs typeface="+mn-cs"/>
            </a:endParaRPr>
          </a:p>
          <a:p>
            <a:pPr marL="144000" marR="0" lvl="0" indent="-180000" algn="l" defTabSz="914400" rtl="0" eaLnBrk="1" fontAlgn="auto" latinLnBrk="1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kumimoji="1" lang="ko-KR" altLang="en-US" sz="1400" b="0" i="0" u="none" strike="noStrike" kern="1200" cap="none" spc="-23" normalizeH="0" baseline="0" noProof="0">
                <a:ln>
                  <a:solidFill>
                    <a:prstClr val="black">
                      <a:alpha val="0"/>
                    </a:prstClr>
                  </a:solidFill>
                </a:ln>
                <a:solidFill>
                  <a:prstClr val="black"/>
                </a:solidFill>
                <a:effectLst/>
                <a:uLnTx/>
                <a:uFillTx/>
                <a:latin typeface="Montserrat" pitchFamily="2" charset="0"/>
                <a:ea typeface="나눔스퀘어 네오 Regular" panose="00000500000000000000" pitchFamily="2" charset="-127"/>
                <a:cs typeface="+mn-cs"/>
              </a:rPr>
              <a:t>두번째 내용</a:t>
            </a:r>
            <a:endParaRPr kumimoji="1" lang="en-US" altLang="ko-KR" sz="1400" b="0" i="0" u="none" strike="noStrike" kern="1200" cap="none" spc="-23" normalizeH="0" baseline="0" noProof="0">
              <a:ln>
                <a:solidFill>
                  <a:prstClr val="black">
                    <a:alpha val="0"/>
                  </a:prstClr>
                </a:solidFill>
              </a:ln>
              <a:solidFill>
                <a:prstClr val="black"/>
              </a:solidFill>
              <a:effectLst/>
              <a:uLnTx/>
              <a:uFillTx/>
              <a:latin typeface="Montserrat" pitchFamily="2" charset="0"/>
              <a:ea typeface="나눔스퀘어 네오 Regular" panose="00000500000000000000" pitchFamily="2" charset="-127"/>
              <a:cs typeface="+mn-cs"/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E7A052BE-B085-DE6B-2B9A-FBECA594CEFD}"/>
              </a:ext>
            </a:extLst>
          </p:cNvPr>
          <p:cNvSpPr/>
          <p:nvPr/>
        </p:nvSpPr>
        <p:spPr>
          <a:xfrm>
            <a:off x="9768503" y="3744223"/>
            <a:ext cx="540000" cy="540000"/>
          </a:xfrm>
          <a:prstGeom prst="rect">
            <a:avLst/>
          </a:prstGeom>
          <a:solidFill>
            <a:srgbClr val="4491C8">
              <a:alpha val="30196"/>
            </a:srgbClr>
          </a:solidFill>
          <a:ln>
            <a:solidFill>
              <a:srgbClr val="FFC00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ontserrat" pitchFamily="2" charset="0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3C26B117-1FFE-B6DD-5DA4-7B750A226BFE}"/>
              </a:ext>
            </a:extLst>
          </p:cNvPr>
          <p:cNvSpPr/>
          <p:nvPr/>
        </p:nvSpPr>
        <p:spPr>
          <a:xfrm>
            <a:off x="9768503" y="5252640"/>
            <a:ext cx="540000" cy="540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ontserrat" pitchFamily="2" charset="0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52C82DBC-89D3-72BF-E785-27F621497526}"/>
              </a:ext>
            </a:extLst>
          </p:cNvPr>
          <p:cNvSpPr/>
          <p:nvPr/>
        </p:nvSpPr>
        <p:spPr>
          <a:xfrm>
            <a:off x="9768503" y="4498431"/>
            <a:ext cx="540000" cy="54000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01600" dist="50800" dir="2700000" algn="tl" rotWithShape="0">
              <a:prstClr val="black">
                <a:alpha val="1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383" b="0" i="0" u="none" strike="noStrike" kern="1200" cap="none" spc="0" normalizeH="0" baseline="0" noProof="0">
              <a:ln>
                <a:solidFill>
                  <a:prstClr val="black">
                    <a:alpha val="0"/>
                  </a:prstClr>
                </a:solidFill>
              </a:ln>
              <a:solidFill>
                <a:prstClr val="white"/>
              </a:solidFill>
              <a:effectLst/>
              <a:uLnTx/>
              <a:uFillTx/>
              <a:latin typeface="Montserrat" pitchFamily="2" charset="0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7AE99D1-7664-6639-4B5B-90FE5FD6D7A4}"/>
              </a:ext>
            </a:extLst>
          </p:cNvPr>
          <p:cNvSpPr txBox="1"/>
          <p:nvPr/>
        </p:nvSpPr>
        <p:spPr>
          <a:xfrm>
            <a:off x="9713718" y="1932198"/>
            <a:ext cx="537840" cy="307777"/>
          </a:xfrm>
          <a:prstGeom prst="rect">
            <a:avLst/>
          </a:prstGeom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1400" b="1" i="0" u="none" strike="noStrike" kern="1200" cap="none" spc="-23" normalizeH="0" baseline="0" noProof="0">
                <a:ln>
                  <a:solidFill>
                    <a:prstClr val="black">
                      <a:alpha val="0"/>
                    </a:prstClr>
                  </a:solidFill>
                </a:ln>
                <a:solidFill>
                  <a:srgbClr val="00B050"/>
                </a:solidFill>
                <a:effectLst/>
                <a:uLnTx/>
                <a:uFillTx/>
                <a:latin typeface="Montserrat" pitchFamily="2" charset="0"/>
                <a:ea typeface="나눔스퀘어 네오 Regular" panose="00000500000000000000" pitchFamily="2" charset="-127"/>
                <a:cs typeface="+mn-cs"/>
              </a:rPr>
              <a:t>강조</a:t>
            </a:r>
          </a:p>
        </p:txBody>
      </p:sp>
      <p:sp>
        <p:nvSpPr>
          <p:cNvPr id="19" name="Google Shape;37;g29a5d791be9_3_0">
            <a:extLst>
              <a:ext uri="{FF2B5EF4-FFF2-40B4-BE49-F238E27FC236}">
                <a16:creationId xmlns:a16="http://schemas.microsoft.com/office/drawing/2014/main" id="{7F284681-8781-5548-B0D7-F8E2E1F042AA}"/>
              </a:ext>
            </a:extLst>
          </p:cNvPr>
          <p:cNvSpPr/>
          <p:nvPr/>
        </p:nvSpPr>
        <p:spPr>
          <a:xfrm>
            <a:off x="9819675" y="1609881"/>
            <a:ext cx="252000" cy="252000"/>
          </a:xfrm>
          <a:prstGeom prst="ellipse">
            <a:avLst/>
          </a:prstGeom>
          <a:solidFill>
            <a:srgbClr val="F47820"/>
          </a:solidFill>
          <a:ln w="25400" cap="flat" cmpd="sng">
            <a:solidFill>
              <a:srgbClr val="F4782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tabLst/>
              <a:defRPr/>
            </a:pPr>
            <a:r>
              <a:rPr kumimoji="0" lang="en-US" altLang="ko-KR" sz="10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Arial"/>
                <a:cs typeface="Arial"/>
                <a:sym typeface="Arial"/>
              </a:rPr>
              <a:t>1</a:t>
            </a:r>
            <a:endParaRPr kumimoji="0" sz="10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38327128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353</TotalTime>
  <Words>62</Words>
  <Application>Microsoft Office PowerPoint</Application>
  <PresentationFormat>와이드스크린</PresentationFormat>
  <Paragraphs>27</Paragraphs>
  <Slides>16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16</vt:i4>
      </vt:variant>
    </vt:vector>
  </HeadingPairs>
  <TitlesOfParts>
    <vt:vector size="21" baseType="lpstr">
      <vt:lpstr>맑은 고딕</vt:lpstr>
      <vt:lpstr>Arial</vt:lpstr>
      <vt:lpstr>Montserrat</vt:lpstr>
      <vt:lpstr>Wingdings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스크린 캡쳐 이미지 테두리</vt:lpstr>
      <vt:lpstr>스크린 캡쳐 이미지 그래픽 요소</vt:lpstr>
      <vt:lpstr>스크린 캡쳐 이미지 그래픽 요소</vt:lpstr>
      <vt:lpstr>스크린 캡쳐 이미지 그래픽 요소</vt:lpstr>
      <vt:lpstr>스크린 캡쳐 이미지 그래픽 요소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Linda,han</dc:creator>
  <cp:lastModifiedBy>헌정 임</cp:lastModifiedBy>
  <cp:revision>18</cp:revision>
  <dcterms:created xsi:type="dcterms:W3CDTF">2026-07-03T02:54:23Z</dcterms:created>
  <dcterms:modified xsi:type="dcterms:W3CDTF">2026-07-03T12:37:41Z</dcterms:modified>
</cp:coreProperties>
</file>