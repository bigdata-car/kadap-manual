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380" r:id="rId7"/>
    <p:sldId id="261" r:id="rId8"/>
    <p:sldId id="389" r:id="rId9"/>
    <p:sldId id="384" r:id="rId10"/>
    <p:sldId id="385" r:id="rId11"/>
    <p:sldId id="387" r:id="rId12"/>
    <p:sldId id="38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8" dt="2026-07-03T12:17:03.2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189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">
      <pc:chgData name="헌정 임" userId="eb9ca9bd79f0560f" providerId="LiveId" clId="{A6339E56-8272-42D6-9D95-12E1A8284411}" dt="2026-07-03T12:17:03.275" v="77"/>
      <pc:docMkLst>
        <pc:docMk/>
      </pc:docMkLst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mod">
        <pc:chgData name="헌정 임" userId="eb9ca9bd79f0560f" providerId="LiveId" clId="{A6339E56-8272-42D6-9D95-12E1A8284411}" dt="2026-07-03T07:33:44.446" v="7" actId="22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modSp new mod">
        <pc:chgData name="헌정 임" userId="eb9ca9bd79f0560f" providerId="LiveId" clId="{A6339E56-8272-42D6-9D95-12E1A8284411}" dt="2026-07-03T12:15:52.502" v="73" actId="732"/>
        <pc:sldMkLst>
          <pc:docMk/>
          <pc:sldMk cId="2716414540" sldId="384"/>
        </pc:sldMkLst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05:19.726" v="55" actId="21"/>
        <pc:sldMkLst>
          <pc:docMk/>
          <pc:sldMk cId="1983847626" sldId="385"/>
        </pc:sldMkLst>
        <pc:picChg chg="add mod modCrop">
          <ac:chgData name="헌정 임" userId="eb9ca9bd79f0560f" providerId="LiveId" clId="{A6339E56-8272-42D6-9D95-12E1A8284411}" dt="2026-07-03T11:57:29.577" v="38" actId="1076"/>
          <ac:picMkLst>
            <pc:docMk/>
            <pc:sldMk cId="1983847626" sldId="385"/>
            <ac:picMk id="4" creationId="{D46C9835-FBA8-76FF-19E1-17A22C19FE4D}"/>
          </ac:picMkLst>
        </pc:picChg>
        <pc:picChg chg="add mod modCrop">
          <ac:chgData name="헌정 임" userId="eb9ca9bd79f0560f" providerId="LiveId" clId="{A6339E56-8272-42D6-9D95-12E1A8284411}" dt="2026-07-03T11:57:58.895" v="45" actId="1076"/>
          <ac:picMkLst>
            <pc:docMk/>
            <pc:sldMk cId="1983847626" sldId="385"/>
            <ac:picMk id="6" creationId="{FC127FFB-6F9B-41DE-A499-C39EB3281D17}"/>
          </ac:picMkLst>
        </pc:picChg>
        <pc:picChg chg="add mod">
          <ac:chgData name="헌정 임" userId="eb9ca9bd79f0560f" providerId="LiveId" clId="{A6339E56-8272-42D6-9D95-12E1A8284411}" dt="2026-07-03T11:57:57.423" v="44" actId="1076"/>
          <ac:picMkLst>
            <pc:docMk/>
            <pc:sldMk cId="1983847626" sldId="385"/>
            <ac:picMk id="8" creationId="{5FE4F172-8AD1-5C42-0140-DA4A2BE3DD96}"/>
          </ac:picMkLst>
        </pc:picChg>
        <pc:picChg chg="add mod">
          <ac:chgData name="헌정 임" userId="eb9ca9bd79f0560f" providerId="LiveId" clId="{A6339E56-8272-42D6-9D95-12E1A8284411}" dt="2026-07-03T11:58:00.547" v="46" actId="1076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05:19.726" v="55" actId="21"/>
          <ac:picMkLst>
            <pc:docMk/>
            <pc:sldMk cId="1983847626" sldId="385"/>
            <ac:picMk id="12" creationId="{8A1E3112-45E3-0CB1-E1B4-6F0256BAF1E3}"/>
          </ac:picMkLst>
        </pc:picChg>
        <pc:picChg chg="add mod modCrop">
          <ac:chgData name="헌정 임" userId="eb9ca9bd79f0560f" providerId="LiveId" clId="{A6339E56-8272-42D6-9D95-12E1A8284411}" dt="2026-07-03T11:57:44.864" v="41" actId="732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new mod">
        <pc:chgData name="헌정 임" userId="eb9ca9bd79f0560f" providerId="LiveId" clId="{A6339E56-8272-42D6-9D95-12E1A8284411}" dt="2026-07-03T12:15:42.066" v="72" actId="22"/>
        <pc:sldMkLst>
          <pc:docMk/>
          <pc:sldMk cId="1109579226" sldId="388"/>
        </pc:sldMkLst>
        <pc:picChg chg="add">
          <ac:chgData name="헌정 임" userId="eb9ca9bd79f0560f" providerId="LiveId" clId="{A6339E56-8272-42D6-9D95-12E1A8284411}" dt="2026-07-03T12:15:42.066" v="72" actId="22"/>
          <ac:picMkLst>
            <pc:docMk/>
            <pc:sldMk cId="1109579226" sldId="388"/>
            <ac:picMk id="4" creationId="{C981B778-07B5-E856-C945-43C97FBF7C74}"/>
          </ac:picMkLst>
        </pc:picChg>
      </pc:sldChg>
      <pc:sldChg chg="addSp modSp new mod">
        <pc:chgData name="헌정 임" userId="eb9ca9bd79f0560f" providerId="LiveId" clId="{A6339E56-8272-42D6-9D95-12E1A8284411}" dt="2026-07-03T12:17:03.275" v="77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82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024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3299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387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4719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05008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C127FFB-6F9B-41DE-A499-C39EB3281D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FE4F172-8AD1-5C42-0140-DA4A2BE3D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2735DA8-5C9C-348D-FD57-450DE0508F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C9043BD-C001-5B13-4D1A-9C757CE00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981B778-07B5-E856-C945-43C97FBF7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48" y="0"/>
            <a:ext cx="104923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62</Words>
  <Application>Microsoft Office PowerPoint</Application>
  <PresentationFormat>와이드스크린</PresentationFormat>
  <Paragraphs>27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맑은 고딕</vt:lpstr>
      <vt:lpstr>Arial</vt:lpstr>
      <vt:lpstr>Montserrat</vt:lpstr>
      <vt:lpstr>Wingdings</vt:lpstr>
      <vt:lpstr>Office 테마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2026-07-03T12:17:08Z</dcterms:modified>
</cp:coreProperties>
</file>