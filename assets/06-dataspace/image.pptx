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90" r:id="rId2"/>
    <p:sldId id="391" r:id="rId3"/>
    <p:sldId id="394" r:id="rId4"/>
    <p:sldId id="261" r:id="rId5"/>
    <p:sldId id="389" r:id="rId6"/>
    <p:sldId id="384" r:id="rId7"/>
    <p:sldId id="385" r:id="rId8"/>
    <p:sldId id="395" r:id="rId9"/>
    <p:sldId id="399" r:id="rId10"/>
    <p:sldId id="406" r:id="rId11"/>
    <p:sldId id="397" r:id="rId12"/>
    <p:sldId id="387" r:id="rId13"/>
    <p:sldId id="388" r:id="rId14"/>
    <p:sldId id="392" r:id="rId15"/>
    <p:sldId id="400" r:id="rId16"/>
    <p:sldId id="401" r:id="rId17"/>
    <p:sldId id="402" r:id="rId18"/>
    <p:sldId id="403" r:id="rId19"/>
    <p:sldId id="404" r:id="rId20"/>
    <p:sldId id="405" r:id="rId21"/>
    <p:sldId id="398" r:id="rId22"/>
    <p:sldId id="393" r:id="rId23"/>
    <p:sldId id="396" r:id="rId24"/>
    <p:sldId id="256" r:id="rId25"/>
    <p:sldId id="257" r:id="rId26"/>
    <p:sldId id="259" r:id="rId27"/>
    <p:sldId id="258" r:id="rId28"/>
    <p:sldId id="260" r:id="rId29"/>
    <p:sldId id="380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AFA03C-ADB3-48E7-9DEE-EC77C33AF38A}" v="245" dt="2026-07-04T00:00:06.3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72" y="3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헌정 임" userId="eb9ca9bd79f0560f" providerId="LiveId" clId="{A6339E56-8272-42D6-9D95-12E1A8284411}"/>
    <pc:docChg chg="undo custSel addSld delSld modSld sldOrd">
      <pc:chgData name="헌정 임" userId="eb9ca9bd79f0560f" providerId="LiveId" clId="{A6339E56-8272-42D6-9D95-12E1A8284411}" dt="2026-07-04T00:00:12.473" v="2838" actId="1076"/>
      <pc:docMkLst>
        <pc:docMk/>
      </pc:docMkLst>
      <pc:sldChg chg="del">
        <pc:chgData name="헌정 임" userId="eb9ca9bd79f0560f" providerId="LiveId" clId="{A6339E56-8272-42D6-9D95-12E1A8284411}" dt="2026-07-03T12:36:19.623" v="97" actId="2696"/>
        <pc:sldMkLst>
          <pc:docMk/>
          <pc:sldMk cId="2282982365" sldId="256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589339983" sldId="256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331024538" sldId="257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4276870801" sldId="257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040387894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992724321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580931778" sldId="259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3313299812" sldId="259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595150386" sldId="260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2534719469" sldId="260"/>
        </pc:sldMkLst>
      </pc:sldChg>
      <pc:sldChg chg="addSp delSp modSp new mod">
        <pc:chgData name="헌정 임" userId="eb9ca9bd79f0560f" providerId="LiveId" clId="{A6339E56-8272-42D6-9D95-12E1A8284411}" dt="2026-07-03T12:00:20.867" v="48" actId="21"/>
        <pc:sldMkLst>
          <pc:docMk/>
          <pc:sldMk cId="1262162233" sldId="261"/>
        </pc:sldMkLst>
        <pc:spChg chg="del">
          <ac:chgData name="헌정 임" userId="eb9ca9bd79f0560f" providerId="LiveId" clId="{A6339E56-8272-42D6-9D95-12E1A8284411}" dt="2026-07-03T07:31:12.788" v="1" actId="478"/>
          <ac:spMkLst>
            <pc:docMk/>
            <pc:sldMk cId="1262162233" sldId="261"/>
            <ac:spMk id="2" creationId="{2E965AE5-26BE-2A02-3FFE-A6DE7AD83BB7}"/>
          </ac:spMkLst>
        </pc:spChg>
        <pc:spChg chg="add mod">
          <ac:chgData name="헌정 임" userId="eb9ca9bd79f0560f" providerId="LiveId" clId="{A6339E56-8272-42D6-9D95-12E1A8284411}" dt="2026-07-03T07:34:12.688" v="16" actId="14100"/>
          <ac:spMkLst>
            <pc:docMk/>
            <pc:sldMk cId="1262162233" sldId="261"/>
            <ac:spMk id="5" creationId="{0A7763B7-3EA1-4C17-21FE-B72B0B979911}"/>
          </ac:spMkLst>
        </pc:spChg>
        <pc:picChg chg="add mod">
          <ac:chgData name="헌정 임" userId="eb9ca9bd79f0560f" providerId="LiveId" clId="{A6339E56-8272-42D6-9D95-12E1A8284411}" dt="2026-07-03T07:34:02.501" v="13" actId="1076"/>
          <ac:picMkLst>
            <pc:docMk/>
            <pc:sldMk cId="1262162233" sldId="261"/>
            <ac:picMk id="4" creationId="{B96D3F62-B0FA-7690-86A0-3A3B118E403B}"/>
          </ac:picMkLst>
        </pc:picChg>
        <pc:picChg chg="add del">
          <ac:chgData name="헌정 임" userId="eb9ca9bd79f0560f" providerId="LiveId" clId="{A6339E56-8272-42D6-9D95-12E1A8284411}" dt="2026-07-03T12:00:20.867" v="48" actId="21"/>
          <ac:picMkLst>
            <pc:docMk/>
            <pc:sldMk cId="1262162233" sldId="261"/>
            <ac:picMk id="7" creationId="{39B65CD4-95CF-E3C3-5111-A6CDB4FCAFE6}"/>
          </ac:picMkLst>
        </pc:picChg>
      </pc:sldChg>
      <pc:sldChg chg="addSp delSp modSp add del mod">
        <pc:chgData name="헌정 임" userId="eb9ca9bd79f0560f" providerId="LiveId" clId="{A6339E56-8272-42D6-9D95-12E1A8284411}" dt="2026-07-03T12:36:19.623" v="97" actId="2696"/>
        <pc:sldMkLst>
          <pc:docMk/>
          <pc:sldMk cId="2705008494" sldId="380"/>
        </pc:sldMkLst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2" creationId="{A4A1C44B-2C86-8DDD-F8AB-EE27AB01C62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3" creationId="{3A6692D7-2521-2B7A-11C8-66E302EEF499}"/>
          </ac:spMkLst>
        </pc:spChg>
        <pc:spChg chg="mod">
          <ac:chgData name="헌정 임" userId="eb9ca9bd79f0560f" providerId="LiveId" clId="{A6339E56-8272-42D6-9D95-12E1A8284411}" dt="2026-07-03T07:32:26.092" v="3" actId="1076"/>
          <ac:spMkLst>
            <pc:docMk/>
            <pc:sldMk cId="2705008494" sldId="380"/>
            <ac:spMk id="7" creationId="{25977839-8F0D-61C1-06AA-20B3A2F62C45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8" creationId="{7BF402E4-CD1D-01CB-5501-00EF3CDF9697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2" creationId="{6725C8B8-18AB-02D9-E102-D42DD8D874A1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4" creationId="{E7A052BE-B085-DE6B-2B9A-FBECA594CEFD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5" creationId="{3C26B117-1FFE-B6DD-5DA4-7B750A226BFE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7" creationId="{52C82DBC-89D3-72BF-E785-27F621497526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8" creationId="{27AE99D1-7664-6639-4B5B-90FE5FD6D7A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9" creationId="{7F284681-8781-5548-B0D7-F8E2E1F042AA}"/>
          </ac:spMkLst>
        </pc:spChg>
        <pc:picChg chg="add del">
          <ac:chgData name="헌정 임" userId="eb9ca9bd79f0560f" providerId="LiveId" clId="{A6339E56-8272-42D6-9D95-12E1A8284411}" dt="2026-07-03T07:33:44.446" v="7" actId="22"/>
          <ac:picMkLst>
            <pc:docMk/>
            <pc:sldMk cId="2705008494" sldId="380"/>
            <ac:picMk id="21" creationId="{45B22327-4FC5-F33B-0FDA-3656FE283667}"/>
          </ac:picMkLst>
        </pc:picChg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383271283" sldId="380"/>
        </pc:sldMkLst>
      </pc:sldChg>
      <pc:sldChg chg="new del">
        <pc:chgData name="헌정 임" userId="eb9ca9bd79f0560f" providerId="LiveId" clId="{A6339E56-8272-42D6-9D95-12E1A8284411}" dt="2026-07-03T12:00:40.476" v="49" actId="47"/>
        <pc:sldMkLst>
          <pc:docMk/>
          <pc:sldMk cId="2888748938" sldId="381"/>
        </pc:sldMkLst>
      </pc:sldChg>
      <pc:sldChg chg="new del">
        <pc:chgData name="헌정 임" userId="eb9ca9bd79f0560f" providerId="LiveId" clId="{A6339E56-8272-42D6-9D95-12E1A8284411}" dt="2026-07-03T12:00:41.522" v="50" actId="47"/>
        <pc:sldMkLst>
          <pc:docMk/>
          <pc:sldMk cId="3995347164" sldId="382"/>
        </pc:sldMkLst>
      </pc:sldChg>
      <pc:sldChg chg="new del">
        <pc:chgData name="헌정 임" userId="eb9ca9bd79f0560f" providerId="LiveId" clId="{A6339E56-8272-42D6-9D95-12E1A8284411}" dt="2026-07-03T12:00:42.728" v="51" actId="47"/>
        <pc:sldMkLst>
          <pc:docMk/>
          <pc:sldMk cId="1773760154" sldId="383"/>
        </pc:sldMkLst>
      </pc:sldChg>
      <pc:sldChg chg="addSp delSp modSp new mod">
        <pc:chgData name="헌정 임" userId="eb9ca9bd79f0560f" providerId="LiveId" clId="{A6339E56-8272-42D6-9D95-12E1A8284411}" dt="2026-07-03T12:45:32.954" v="783" actId="21"/>
        <pc:sldMkLst>
          <pc:docMk/>
          <pc:sldMk cId="2716414540" sldId="384"/>
        </pc:sldMkLst>
        <pc:spChg chg="add del mod">
          <ac:chgData name="헌정 임" userId="eb9ca9bd79f0560f" providerId="LiveId" clId="{A6339E56-8272-42D6-9D95-12E1A8284411}" dt="2026-07-03T12:45:28.623" v="782" actId="478"/>
          <ac:spMkLst>
            <pc:docMk/>
            <pc:sldMk cId="2716414540" sldId="384"/>
            <ac:spMk id="5" creationId="{93660AE3-B082-3249-8639-640915DF9573}"/>
          </ac:spMkLst>
        </pc:spChg>
        <pc:spChg chg="add del mod">
          <ac:chgData name="헌정 임" userId="eb9ca9bd79f0560f" providerId="LiveId" clId="{A6339E56-8272-42D6-9D95-12E1A8284411}" dt="2026-07-03T12:45:32.954" v="783" actId="21"/>
          <ac:spMkLst>
            <pc:docMk/>
            <pc:sldMk cId="2716414540" sldId="384"/>
            <ac:spMk id="6" creationId="{AFECB066-6B82-9680-532F-47556D50ECA3}"/>
          </ac:spMkLst>
        </pc:spChg>
        <pc:picChg chg="add mod modCrop">
          <ac:chgData name="헌정 임" userId="eb9ca9bd79f0560f" providerId="LiveId" clId="{A6339E56-8272-42D6-9D95-12E1A8284411}" dt="2026-07-03T12:15:52.502" v="73" actId="732"/>
          <ac:picMkLst>
            <pc:docMk/>
            <pc:sldMk cId="2716414540" sldId="384"/>
            <ac:picMk id="4" creationId="{FB3FE90C-AB0C-FA41-F02C-017B65C7E1E0}"/>
          </ac:picMkLst>
        </pc:picChg>
      </pc:sldChg>
      <pc:sldChg chg="addSp delSp modSp new mod">
        <pc:chgData name="헌정 임" userId="eb9ca9bd79f0560f" providerId="LiveId" clId="{A6339E56-8272-42D6-9D95-12E1A8284411}" dt="2026-07-03T12:53:26.125" v="1043" actId="571"/>
        <pc:sldMkLst>
          <pc:docMk/>
          <pc:sldMk cId="1983847626" sldId="385"/>
        </pc:sldMkLst>
        <pc:spChg chg="add mod">
          <ac:chgData name="헌정 임" userId="eb9ca9bd79f0560f" providerId="LiveId" clId="{A6339E56-8272-42D6-9D95-12E1A8284411}" dt="2026-07-03T12:53:19.549" v="1042" actId="20577"/>
          <ac:spMkLst>
            <pc:docMk/>
            <pc:sldMk cId="1983847626" sldId="385"/>
            <ac:spMk id="14" creationId="{98207C3C-D8DE-0B0B-7F9C-F476F538AE47}"/>
          </ac:spMkLst>
        </pc:spChg>
        <pc:spChg chg="add mod">
          <ac:chgData name="헌정 임" userId="eb9ca9bd79f0560f" providerId="LiveId" clId="{A6339E56-8272-42D6-9D95-12E1A8284411}" dt="2026-07-03T12:45:37.609" v="785" actId="1076"/>
          <ac:spMkLst>
            <pc:docMk/>
            <pc:sldMk cId="1983847626" sldId="385"/>
            <ac:spMk id="15" creationId="{AFECB066-6B82-9680-532F-47556D50ECA3}"/>
          </ac:spMkLst>
        </pc:spChg>
        <pc:spChg chg="add mod">
          <ac:chgData name="헌정 임" userId="eb9ca9bd79f0560f" providerId="LiveId" clId="{A6339E56-8272-42D6-9D95-12E1A8284411}" dt="2026-07-03T12:53:17.190" v="1041" actId="20577"/>
          <ac:spMkLst>
            <pc:docMk/>
            <pc:sldMk cId="1983847626" sldId="385"/>
            <ac:spMk id="16" creationId="{9B6F4B20-A4A0-A12D-B811-C2B2E05E12EC}"/>
          </ac:spMkLst>
        </pc:spChg>
        <pc:spChg chg="add mod">
          <ac:chgData name="헌정 임" userId="eb9ca9bd79f0560f" providerId="LiveId" clId="{A6339E56-8272-42D6-9D95-12E1A8284411}" dt="2026-07-03T12:53:26.125" v="1043" actId="571"/>
          <ac:spMkLst>
            <pc:docMk/>
            <pc:sldMk cId="1983847626" sldId="385"/>
            <ac:spMk id="17" creationId="{B141E512-2EF8-ECDB-1647-A8ABC5977C29}"/>
          </ac:spMkLst>
        </pc:spChg>
        <pc:picChg chg="add mod modCrop">
          <ac:chgData name="헌정 임" userId="eb9ca9bd79f0560f" providerId="LiveId" clId="{A6339E56-8272-42D6-9D95-12E1A8284411}" dt="2026-07-03T12:43:54.723" v="669" actId="1076"/>
          <ac:picMkLst>
            <pc:docMk/>
            <pc:sldMk cId="1983847626" sldId="385"/>
            <ac:picMk id="4" creationId="{D46C9835-FBA8-76FF-19E1-17A22C19FE4D}"/>
          </ac:picMkLst>
        </pc:picChg>
        <pc:picChg chg="add del mod modCrop">
          <ac:chgData name="헌정 임" userId="eb9ca9bd79f0560f" providerId="LiveId" clId="{A6339E56-8272-42D6-9D95-12E1A8284411}" dt="2026-07-03T12:43:33.894" v="657" actId="478"/>
          <ac:picMkLst>
            <pc:docMk/>
            <pc:sldMk cId="1983847626" sldId="385"/>
            <ac:picMk id="6" creationId="{FC127FFB-6F9B-41DE-A499-C39EB3281D17}"/>
          </ac:picMkLst>
        </pc:picChg>
        <pc:picChg chg="add del mod">
          <ac:chgData name="헌정 임" userId="eb9ca9bd79f0560f" providerId="LiveId" clId="{A6339E56-8272-42D6-9D95-12E1A8284411}" dt="2026-07-03T12:43:34.539" v="658" actId="478"/>
          <ac:picMkLst>
            <pc:docMk/>
            <pc:sldMk cId="1983847626" sldId="385"/>
            <ac:picMk id="8" creationId="{5FE4F172-8AD1-5C42-0140-DA4A2BE3DD96}"/>
          </ac:picMkLst>
        </pc:picChg>
        <pc:picChg chg="add del mod">
          <ac:chgData name="헌정 임" userId="eb9ca9bd79f0560f" providerId="LiveId" clId="{A6339E56-8272-42D6-9D95-12E1A8284411}" dt="2026-07-03T12:43:32.547" v="655" actId="478"/>
          <ac:picMkLst>
            <pc:docMk/>
            <pc:sldMk cId="1983847626" sldId="385"/>
            <ac:picMk id="10" creationId="{92735DA8-5C9C-348D-FD57-450DE0508F74}"/>
          </ac:picMkLst>
        </pc:picChg>
        <pc:picChg chg="add mod modCrop">
          <ac:chgData name="헌정 임" userId="eb9ca9bd79f0560f" providerId="LiveId" clId="{A6339E56-8272-42D6-9D95-12E1A8284411}" dt="2026-07-03T11:56:57.442" v="32" actId="732"/>
          <ac:picMkLst>
            <pc:docMk/>
            <pc:sldMk cId="1983847626" sldId="385"/>
            <ac:picMk id="11" creationId="{190B6743-2176-3074-22CE-7C8BCB59873C}"/>
          </ac:picMkLst>
        </pc:picChg>
        <pc:picChg chg="add del mod modCrop">
          <ac:chgData name="헌정 임" userId="eb9ca9bd79f0560f" providerId="LiveId" clId="{A6339E56-8272-42D6-9D95-12E1A8284411}" dt="2026-07-03T12:43:57.231" v="670" actId="1076"/>
          <ac:picMkLst>
            <pc:docMk/>
            <pc:sldMk cId="1983847626" sldId="385"/>
            <ac:picMk id="12" creationId="{8A1E3112-45E3-0CB1-E1B4-6F0256BAF1E3}"/>
          </ac:picMkLst>
        </pc:picChg>
        <pc:picChg chg="add del mod modCrop">
          <ac:chgData name="헌정 임" userId="eb9ca9bd79f0560f" providerId="LiveId" clId="{A6339E56-8272-42D6-9D95-12E1A8284411}" dt="2026-07-03T12:43:33.456" v="656" actId="478"/>
          <ac:picMkLst>
            <pc:docMk/>
            <pc:sldMk cId="1983847626" sldId="385"/>
            <ac:picMk id="13" creationId="{1C9043BD-C001-5B13-4D1A-9C757CE0088D}"/>
          </ac:picMkLst>
        </pc:picChg>
      </pc:sldChg>
      <pc:sldChg chg="addSp new del mod">
        <pc:chgData name="헌정 임" userId="eb9ca9bd79f0560f" providerId="LiveId" clId="{A6339E56-8272-42D6-9D95-12E1A8284411}" dt="2026-07-03T12:16:11.907" v="74" actId="47"/>
        <pc:sldMkLst>
          <pc:docMk/>
          <pc:sldMk cId="1787533717" sldId="386"/>
        </pc:sldMkLst>
        <pc:picChg chg="add">
          <ac:chgData name="헌정 임" userId="eb9ca9bd79f0560f" providerId="LiveId" clId="{A6339E56-8272-42D6-9D95-12E1A8284411}" dt="2026-07-03T12:02:03.542" v="53" actId="22"/>
          <ac:picMkLst>
            <pc:docMk/>
            <pc:sldMk cId="1787533717" sldId="386"/>
            <ac:picMk id="4" creationId="{BCF4503C-9B6F-443B-6743-E905216D5ECC}"/>
          </ac:picMkLst>
        </pc:picChg>
      </pc:sldChg>
      <pc:sldChg chg="addSp modSp new mod">
        <pc:chgData name="헌정 임" userId="eb9ca9bd79f0560f" providerId="LiveId" clId="{A6339E56-8272-42D6-9D95-12E1A8284411}" dt="2026-07-03T12:12:52.088" v="70" actId="1037"/>
        <pc:sldMkLst>
          <pc:docMk/>
          <pc:sldMk cId="333529903" sldId="387"/>
        </pc:sldMkLst>
        <pc:spChg chg="add mod">
          <ac:chgData name="헌정 임" userId="eb9ca9bd79f0560f" providerId="LiveId" clId="{A6339E56-8272-42D6-9D95-12E1A8284411}" dt="2026-07-03T12:12:52.088" v="70" actId="1037"/>
          <ac:spMkLst>
            <pc:docMk/>
            <pc:sldMk cId="333529903" sldId="387"/>
            <ac:spMk id="5" creationId="{87597391-AF5F-C774-31F8-B1E520AE5465}"/>
          </ac:spMkLst>
        </pc:spChg>
        <pc:picChg chg="add">
          <ac:chgData name="헌정 임" userId="eb9ca9bd79f0560f" providerId="LiveId" clId="{A6339E56-8272-42D6-9D95-12E1A8284411}" dt="2026-07-03T12:12:43.039" v="57" actId="22"/>
          <ac:picMkLst>
            <pc:docMk/>
            <pc:sldMk cId="333529903" sldId="387"/>
            <ac:picMk id="4" creationId="{E8B297AB-20D8-0B14-8D8A-CAAF32A032DE}"/>
          </ac:picMkLst>
        </pc:picChg>
      </pc:sldChg>
      <pc:sldChg chg="addSp delSp modSp new mod">
        <pc:chgData name="헌정 임" userId="eb9ca9bd79f0560f" providerId="LiveId" clId="{A6339E56-8272-42D6-9D95-12E1A8284411}" dt="2026-07-03T23:54:35.367" v="2583" actId="20577"/>
        <pc:sldMkLst>
          <pc:docMk/>
          <pc:sldMk cId="1109579226" sldId="388"/>
        </pc:sldMkLst>
        <pc:spChg chg="add mod">
          <ac:chgData name="헌정 임" userId="eb9ca9bd79f0560f" providerId="LiveId" clId="{A6339E56-8272-42D6-9D95-12E1A8284411}" dt="2026-07-03T12:18:21.776" v="85"/>
          <ac:spMkLst>
            <pc:docMk/>
            <pc:sldMk cId="1109579226" sldId="388"/>
            <ac:spMk id="7" creationId="{14B85EC4-8F40-3159-DBE0-117F5C1C36A2}"/>
          </ac:spMkLst>
        </pc:spChg>
        <pc:spChg chg="add mod">
          <ac:chgData name="헌정 임" userId="eb9ca9bd79f0560f" providerId="LiveId" clId="{A6339E56-8272-42D6-9D95-12E1A8284411}" dt="2026-07-03T23:54:35.367" v="2583" actId="20577"/>
          <ac:spMkLst>
            <pc:docMk/>
            <pc:sldMk cId="1109579226" sldId="388"/>
            <ac:spMk id="12" creationId="{A3E2B3CB-B427-2FBE-557F-8229310BE264}"/>
          </ac:spMkLst>
        </pc:spChg>
        <pc:spChg chg="add mod">
          <ac:chgData name="헌정 임" userId="eb9ca9bd79f0560f" providerId="LiveId" clId="{A6339E56-8272-42D6-9D95-12E1A8284411}" dt="2026-07-03T23:51:14.933" v="2108" actId="14100"/>
          <ac:spMkLst>
            <pc:docMk/>
            <pc:sldMk cId="1109579226" sldId="388"/>
            <ac:spMk id="13" creationId="{1DAE601F-C90B-A461-45AE-F592AA3FA5D0}"/>
          </ac:spMkLst>
        </pc:spChg>
        <pc:spChg chg="add mod">
          <ac:chgData name="헌정 임" userId="eb9ca9bd79f0560f" providerId="LiveId" clId="{A6339E56-8272-42D6-9D95-12E1A8284411}" dt="2026-07-03T23:53:12.729" v="2365" actId="1076"/>
          <ac:spMkLst>
            <pc:docMk/>
            <pc:sldMk cId="1109579226" sldId="388"/>
            <ac:spMk id="14" creationId="{A3FD006F-F833-AB48-1F9D-40FFB5983FE0}"/>
          </ac:spMkLst>
        </pc:spChg>
        <pc:picChg chg="add del mod modCrop">
          <ac:chgData name="헌정 임" userId="eb9ca9bd79f0560f" providerId="LiveId" clId="{A6339E56-8272-42D6-9D95-12E1A8284411}" dt="2026-07-03T12:17:46.315" v="83" actId="478"/>
          <ac:picMkLst>
            <pc:docMk/>
            <pc:sldMk cId="1109579226" sldId="388"/>
            <ac:picMk id="4" creationId="{C981B778-07B5-E856-C945-43C97FBF7C74}"/>
          </ac:picMkLst>
        </pc:picChg>
        <pc:picChg chg="add mod">
          <ac:chgData name="헌정 임" userId="eb9ca9bd79f0560f" providerId="LiveId" clId="{A6339E56-8272-42D6-9D95-12E1A8284411}" dt="2026-07-03T23:51:01.131" v="2105" actId="1076"/>
          <ac:picMkLst>
            <pc:docMk/>
            <pc:sldMk cId="1109579226" sldId="388"/>
            <ac:picMk id="6" creationId="{48EF2E57-901F-B412-D2ED-829178775CF8}"/>
          </ac:picMkLst>
        </pc:picChg>
        <pc:picChg chg="add del">
          <ac:chgData name="헌정 임" userId="eb9ca9bd79f0560f" providerId="LiveId" clId="{A6339E56-8272-42D6-9D95-12E1A8284411}" dt="2026-07-03T12:18:28.759" v="87" actId="21"/>
          <ac:picMkLst>
            <pc:docMk/>
            <pc:sldMk cId="1109579226" sldId="388"/>
            <ac:picMk id="9" creationId="{D97FD00F-7F9A-0DC2-4006-41A12726F1EE}"/>
          </ac:picMkLst>
        </pc:picChg>
        <pc:picChg chg="add del">
          <ac:chgData name="헌정 임" userId="eb9ca9bd79f0560f" providerId="LiveId" clId="{A6339E56-8272-42D6-9D95-12E1A8284411}" dt="2026-07-03T12:36:12.746" v="94" actId="22"/>
          <ac:picMkLst>
            <pc:docMk/>
            <pc:sldMk cId="1109579226" sldId="388"/>
            <ac:picMk id="11" creationId="{BEF2989B-9194-05A1-C035-164717E10200}"/>
          </ac:picMkLst>
        </pc:picChg>
      </pc:sldChg>
      <pc:sldChg chg="addSp delSp modSp new mod">
        <pc:chgData name="헌정 임" userId="eb9ca9bd79f0560f" providerId="LiveId" clId="{A6339E56-8272-42D6-9D95-12E1A8284411}" dt="2026-07-03T12:17:12.336" v="79" actId="21"/>
        <pc:sldMkLst>
          <pc:docMk/>
          <pc:sldMk cId="1045847686" sldId="389"/>
        </pc:sldMkLst>
        <pc:spChg chg="add mod">
          <ac:chgData name="헌정 임" userId="eb9ca9bd79f0560f" providerId="LiveId" clId="{A6339E56-8272-42D6-9D95-12E1A8284411}" dt="2026-07-03T12:17:03.275" v="77"/>
          <ac:spMkLst>
            <pc:docMk/>
            <pc:sldMk cId="1045847686" sldId="389"/>
            <ac:spMk id="5" creationId="{E46444B8-D07B-A88B-5B5A-B15E524E74BC}"/>
          </ac:spMkLst>
        </pc:spChg>
        <pc:picChg chg="add">
          <ac:chgData name="헌정 임" userId="eb9ca9bd79f0560f" providerId="LiveId" clId="{A6339E56-8272-42D6-9D95-12E1A8284411}" dt="2026-07-03T12:16:59.596" v="76" actId="22"/>
          <ac:picMkLst>
            <pc:docMk/>
            <pc:sldMk cId="1045847686" sldId="389"/>
            <ac:picMk id="4" creationId="{55B45E04-88A2-64A4-C741-E57B6BC3226B}"/>
          </ac:picMkLst>
        </pc:picChg>
        <pc:picChg chg="add del">
          <ac:chgData name="헌정 임" userId="eb9ca9bd79f0560f" providerId="LiveId" clId="{A6339E56-8272-42D6-9D95-12E1A8284411}" dt="2026-07-03T12:17:12.336" v="79" actId="21"/>
          <ac:picMkLst>
            <pc:docMk/>
            <pc:sldMk cId="1045847686" sldId="389"/>
            <ac:picMk id="7" creationId="{BADC532B-33D3-D4C5-8D4E-1052EEA3C666}"/>
          </ac:picMkLst>
        </pc:picChg>
      </pc:sldChg>
      <pc:sldChg chg="addSp delSp modSp new mod">
        <pc:chgData name="헌정 임" userId="eb9ca9bd79f0560f" providerId="LiveId" clId="{A6339E56-8272-42D6-9D95-12E1A8284411}" dt="2026-07-03T12:53:05.307" v="1040" actId="113"/>
        <pc:sldMkLst>
          <pc:docMk/>
          <pc:sldMk cId="2676242124" sldId="390"/>
        </pc:sldMkLst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2" creationId="{4726A28A-587D-1072-ECE7-D1561D324FD2}"/>
          </ac:spMkLst>
        </pc:spChg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3" creationId="{2B24658C-4118-C4B8-3884-17B949343351}"/>
          </ac:spMkLst>
        </pc:spChg>
        <pc:spChg chg="add mod">
          <ac:chgData name="헌정 임" userId="eb9ca9bd79f0560f" providerId="LiveId" clId="{A6339E56-8272-42D6-9D95-12E1A8284411}" dt="2026-07-03T12:37:35.687" v="108" actId="14100"/>
          <ac:spMkLst>
            <pc:docMk/>
            <pc:sldMk cId="2676242124" sldId="390"/>
            <ac:spMk id="6" creationId="{9B7B9073-8606-D0C1-8750-0AE40BAD927A}"/>
          </ac:spMkLst>
        </pc:spChg>
        <pc:spChg chg="add mod">
          <ac:chgData name="헌정 임" userId="eb9ca9bd79f0560f" providerId="LiveId" clId="{A6339E56-8272-42D6-9D95-12E1A8284411}" dt="2026-07-03T12:38:39.820" v="172" actId="14100"/>
          <ac:spMkLst>
            <pc:docMk/>
            <pc:sldMk cId="2676242124" sldId="390"/>
            <ac:spMk id="7" creationId="{9201944A-EB55-153D-FDE1-69F50483C688}"/>
          </ac:spMkLst>
        </pc:spChg>
        <pc:spChg chg="add mod">
          <ac:chgData name="헌정 임" userId="eb9ca9bd79f0560f" providerId="LiveId" clId="{A6339E56-8272-42D6-9D95-12E1A8284411}" dt="2026-07-03T12:38:34.601" v="171" actId="1076"/>
          <ac:spMkLst>
            <pc:docMk/>
            <pc:sldMk cId="2676242124" sldId="390"/>
            <ac:spMk id="11" creationId="{4249A169-15EF-2110-4375-3EB6008B6866}"/>
          </ac:spMkLst>
        </pc:spChg>
        <pc:spChg chg="add mod">
          <ac:chgData name="헌정 임" userId="eb9ca9bd79f0560f" providerId="LiveId" clId="{A6339E56-8272-42D6-9D95-12E1A8284411}" dt="2026-07-03T12:38:50.153" v="173" actId="571"/>
          <ac:spMkLst>
            <pc:docMk/>
            <pc:sldMk cId="2676242124" sldId="390"/>
            <ac:spMk id="14" creationId="{5DF8D435-254C-F3B1-32A8-6D5E176BE51E}"/>
          </ac:spMkLst>
        </pc:spChg>
        <pc:spChg chg="add mod">
          <ac:chgData name="헌정 임" userId="eb9ca9bd79f0560f" providerId="LiveId" clId="{A6339E56-8272-42D6-9D95-12E1A8284411}" dt="2026-07-03T12:53:05.307" v="1040" actId="113"/>
          <ac:spMkLst>
            <pc:docMk/>
            <pc:sldMk cId="2676242124" sldId="390"/>
            <ac:spMk id="15" creationId="{6AD0FD0E-D4CB-76D6-559B-263C57FDEE31}"/>
          </ac:spMkLst>
        </pc:spChg>
        <pc:picChg chg="add mod ord">
          <ac:chgData name="헌정 임" userId="eb9ca9bd79f0560f" providerId="LiveId" clId="{A6339E56-8272-42D6-9D95-12E1A8284411}" dt="2026-07-03T12:41:42.894" v="431" actId="1076"/>
          <ac:picMkLst>
            <pc:docMk/>
            <pc:sldMk cId="2676242124" sldId="390"/>
            <ac:picMk id="5" creationId="{C75BFF21-2AA7-77DF-62B2-D05B186ED8D0}"/>
          </ac:picMkLst>
        </pc:picChg>
        <pc:picChg chg="add del">
          <ac:chgData name="헌정 임" userId="eb9ca9bd79f0560f" providerId="LiveId" clId="{A6339E56-8272-42D6-9D95-12E1A8284411}" dt="2026-07-03T12:53:01.372" v="1039" actId="478"/>
          <ac:picMkLst>
            <pc:docMk/>
            <pc:sldMk cId="2676242124" sldId="390"/>
            <ac:picMk id="17" creationId="{4AE9F061-6028-4F87-D2B1-993AE8BE235A}"/>
          </ac:picMkLst>
        </pc:picChg>
        <pc:cxnChg chg="add mod">
          <ac:chgData name="헌정 임" userId="eb9ca9bd79f0560f" providerId="LiveId" clId="{A6339E56-8272-42D6-9D95-12E1A8284411}" dt="2026-07-03T12:38:39.820" v="172" actId="14100"/>
          <ac:cxnSpMkLst>
            <pc:docMk/>
            <pc:sldMk cId="2676242124" sldId="390"/>
            <ac:cxnSpMk id="9" creationId="{C13D8F2B-9FD2-3033-68A4-F11D17392FF0}"/>
          </ac:cxnSpMkLst>
        </pc:cxnChg>
      </pc:sldChg>
      <pc:sldChg chg="addSp delSp new mod">
        <pc:chgData name="헌정 임" userId="eb9ca9bd79f0560f" providerId="LiveId" clId="{A6339E56-8272-42D6-9D95-12E1A8284411}" dt="2026-07-03T12:39:46.153" v="301" actId="21"/>
        <pc:sldMkLst>
          <pc:docMk/>
          <pc:sldMk cId="1772083265" sldId="391"/>
        </pc:sldMkLst>
        <pc:picChg chg="add del">
          <ac:chgData name="헌정 임" userId="eb9ca9bd79f0560f" providerId="LiveId" clId="{A6339E56-8272-42D6-9D95-12E1A8284411}" dt="2026-07-03T12:39:46.153" v="301" actId="21"/>
          <ac:picMkLst>
            <pc:docMk/>
            <pc:sldMk cId="1772083265" sldId="391"/>
            <ac:picMk id="5" creationId="{6589C82B-76C7-FFFE-F8A8-EBE625E776D5}"/>
          </ac:picMkLst>
        </pc:picChg>
      </pc:sldChg>
      <pc:sldChg chg="addSp modSp new mod">
        <pc:chgData name="헌정 임" userId="eb9ca9bd79f0560f" providerId="LiveId" clId="{A6339E56-8272-42D6-9D95-12E1A8284411}" dt="2026-07-03T12:57:22.740" v="1172"/>
        <pc:sldMkLst>
          <pc:docMk/>
          <pc:sldMk cId="4061806259" sldId="392"/>
        </pc:sldMkLst>
        <pc:spChg chg="add mod">
          <ac:chgData name="헌정 임" userId="eb9ca9bd79f0560f" providerId="LiveId" clId="{A6339E56-8272-42D6-9D95-12E1A8284411}" dt="2026-07-03T12:56:23.586" v="1116" actId="14100"/>
          <ac:spMkLst>
            <pc:docMk/>
            <pc:sldMk cId="4061806259" sldId="392"/>
            <ac:spMk id="6" creationId="{A4C66587-2F99-2F32-4BE0-F4241EECA662}"/>
          </ac:spMkLst>
        </pc:spChg>
        <pc:spChg chg="add mod">
          <ac:chgData name="헌정 임" userId="eb9ca9bd79f0560f" providerId="LiveId" clId="{A6339E56-8272-42D6-9D95-12E1A8284411}" dt="2026-07-03T12:56:42.013" v="1121" actId="20577"/>
          <ac:spMkLst>
            <pc:docMk/>
            <pc:sldMk cId="4061806259" sldId="392"/>
            <ac:spMk id="8" creationId="{B442ED24-BD1F-0F8D-2EB3-9890BD2C6D6F}"/>
          </ac:spMkLst>
        </pc:spChg>
        <pc:spChg chg="add mod">
          <ac:chgData name="헌정 임" userId="eb9ca9bd79f0560f" providerId="LiveId" clId="{A6339E56-8272-42D6-9D95-12E1A8284411}" dt="2026-07-03T12:57:22.740" v="1172"/>
          <ac:spMkLst>
            <pc:docMk/>
            <pc:sldMk cId="4061806259" sldId="392"/>
            <ac:spMk id="11" creationId="{31053E93-66B7-018E-F9EC-0E101C8E2A84}"/>
          </ac:spMkLst>
        </pc:spChg>
        <pc:picChg chg="add">
          <ac:chgData name="헌정 임" userId="eb9ca9bd79f0560f" providerId="LiveId" clId="{A6339E56-8272-42D6-9D95-12E1A8284411}" dt="2026-07-03T12:55:08.722" v="1044" actId="22"/>
          <ac:picMkLst>
            <pc:docMk/>
            <pc:sldMk cId="4061806259" sldId="392"/>
            <ac:picMk id="4" creationId="{06F08584-1975-FEDC-2204-D3AB8D6EAE37}"/>
          </ac:picMkLst>
        </pc:picChg>
        <pc:picChg chg="add mod">
          <ac:chgData name="헌정 임" userId="eb9ca9bd79f0560f" providerId="LiveId" clId="{A6339E56-8272-42D6-9D95-12E1A8284411}" dt="2026-07-03T12:55:53.993" v="1052" actId="1440"/>
          <ac:picMkLst>
            <pc:docMk/>
            <pc:sldMk cId="4061806259" sldId="392"/>
            <ac:picMk id="5" creationId="{3DD657DB-9BF3-E3BF-6D87-A6AE803716DD}"/>
          </ac:picMkLst>
        </pc:picChg>
        <pc:picChg chg="add mod">
          <ac:chgData name="헌정 임" userId="eb9ca9bd79f0560f" providerId="LiveId" clId="{A6339E56-8272-42D6-9D95-12E1A8284411}" dt="2026-07-03T12:56:19.908" v="1114"/>
          <ac:picMkLst>
            <pc:docMk/>
            <pc:sldMk cId="4061806259" sldId="392"/>
            <ac:picMk id="7" creationId="{6B2783D0-2AFD-388E-76D0-440F4283A8B6}"/>
          </ac:picMkLst>
        </pc:picChg>
        <pc:cxnChg chg="add mod">
          <ac:chgData name="헌정 임" userId="eb9ca9bd79f0560f" providerId="LiveId" clId="{A6339E56-8272-42D6-9D95-12E1A8284411}" dt="2026-07-03T12:56:52.016" v="1123" actId="208"/>
          <ac:cxnSpMkLst>
            <pc:docMk/>
            <pc:sldMk cId="4061806259" sldId="392"/>
            <ac:cxnSpMk id="10" creationId="{8DB0ED0E-2808-3F95-B3EA-2285434A66C6}"/>
          </ac:cxnSpMkLst>
        </pc:cxnChg>
      </pc:sldChg>
      <pc:sldChg chg="new">
        <pc:chgData name="헌정 임" userId="eb9ca9bd79f0560f" providerId="LiveId" clId="{A6339E56-8272-42D6-9D95-12E1A8284411}" dt="2026-07-03T12:36:21.768" v="99" actId="680"/>
        <pc:sldMkLst>
          <pc:docMk/>
          <pc:sldMk cId="1862866235" sldId="393"/>
        </pc:sldMkLst>
      </pc:sldChg>
      <pc:sldChg chg="addSp delSp modSp add mod">
        <pc:chgData name="헌정 임" userId="eb9ca9bd79f0560f" providerId="LiveId" clId="{A6339E56-8272-42D6-9D95-12E1A8284411}" dt="2026-07-03T12:40:48.957" v="429" actId="20577"/>
        <pc:sldMkLst>
          <pc:docMk/>
          <pc:sldMk cId="4202351708" sldId="394"/>
        </pc:sldMkLst>
        <pc:spChg chg="add mod">
          <ac:chgData name="헌정 임" userId="eb9ca9bd79f0560f" providerId="LiveId" clId="{A6339E56-8272-42D6-9D95-12E1A8284411}" dt="2026-07-03T12:40:48.957" v="429" actId="20577"/>
          <ac:spMkLst>
            <pc:docMk/>
            <pc:sldMk cId="4202351708" sldId="394"/>
            <ac:spMk id="3" creationId="{BEFB24E2-E246-886E-894B-8B4933F952B2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6" creationId="{13BF2556-CF82-9DA8-2680-3B0C94ECB2A6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7" creationId="{7EF4D5A0-28EE-C05D-BB74-427A40A5C62A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1" creationId="{663B606D-ADCC-5F2C-63C2-B82D98DACAB5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4" creationId="{AF120610-61FC-7D52-54B6-608776059934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5" creationId="{F037BA75-8225-EC42-A705-20419514FED9}"/>
          </ac:spMkLst>
        </pc:spChg>
        <pc:picChg chg="add mod">
          <ac:chgData name="헌정 임" userId="eb9ca9bd79f0560f" providerId="LiveId" clId="{A6339E56-8272-42D6-9D95-12E1A8284411}" dt="2026-07-03T12:39:58.948" v="308" actId="1035"/>
          <ac:picMkLst>
            <pc:docMk/>
            <pc:sldMk cId="4202351708" sldId="394"/>
            <ac:picMk id="2" creationId="{6589C82B-76C7-FFFE-F8A8-EBE625E776D5}"/>
          </ac:picMkLst>
        </pc:picChg>
        <pc:picChg chg="mod modCrop">
          <ac:chgData name="헌정 임" userId="eb9ca9bd79f0560f" providerId="LiveId" clId="{A6339E56-8272-42D6-9D95-12E1A8284411}" dt="2026-07-03T12:39:43.296" v="300" actId="732"/>
          <ac:picMkLst>
            <pc:docMk/>
            <pc:sldMk cId="4202351708" sldId="394"/>
            <ac:picMk id="5" creationId="{8E542F6A-4A10-00D0-732A-2F668532FFAD}"/>
          </ac:picMkLst>
        </pc:picChg>
        <pc:cxnChg chg="del mod">
          <ac:chgData name="헌정 임" userId="eb9ca9bd79f0560f" providerId="LiveId" clId="{A6339E56-8272-42D6-9D95-12E1A8284411}" dt="2026-07-03T12:40:06.058" v="309" actId="478"/>
          <ac:cxnSpMkLst>
            <pc:docMk/>
            <pc:sldMk cId="4202351708" sldId="394"/>
            <ac:cxnSpMk id="9" creationId="{643E5BAD-0D5B-7B77-6FEF-903720F3B008}"/>
          </ac:cxnSpMkLst>
        </pc:cxnChg>
      </pc:sldChg>
      <pc:sldChg chg="addSp delSp modSp add mod">
        <pc:chgData name="헌정 임" userId="eb9ca9bd79f0560f" providerId="LiveId" clId="{A6339E56-8272-42D6-9D95-12E1A8284411}" dt="2026-07-03T23:50:31.260" v="2101"/>
        <pc:sldMkLst>
          <pc:docMk/>
          <pc:sldMk cId="3863440157" sldId="395"/>
        </pc:sldMkLst>
        <pc:spChg chg="add mod">
          <ac:chgData name="헌정 임" userId="eb9ca9bd79f0560f" providerId="LiveId" clId="{A6339E56-8272-42D6-9D95-12E1A8284411}" dt="2026-07-03T13:04:19.379" v="1326" actId="1037"/>
          <ac:spMkLst>
            <pc:docMk/>
            <pc:sldMk cId="3863440157" sldId="395"/>
            <ac:spMk id="3" creationId="{60232472-F08E-ABF8-CCA6-ADC50821946D}"/>
          </ac:spMkLst>
        </pc:spChg>
        <pc:spChg chg="add mod">
          <ac:chgData name="헌정 임" userId="eb9ca9bd79f0560f" providerId="LiveId" clId="{A6339E56-8272-42D6-9D95-12E1A8284411}" dt="2026-07-03T23:48:33.677" v="1827" actId="20577"/>
          <ac:spMkLst>
            <pc:docMk/>
            <pc:sldMk cId="3863440157" sldId="395"/>
            <ac:spMk id="5" creationId="{E5FFBD18-5489-51B0-7198-77957871EC26}"/>
          </ac:spMkLst>
        </pc:spChg>
        <pc:spChg chg="add mod">
          <ac:chgData name="헌정 임" userId="eb9ca9bd79f0560f" providerId="LiveId" clId="{A6339E56-8272-42D6-9D95-12E1A8284411}" dt="2026-07-03T23:43:12.833" v="1341" actId="20577"/>
          <ac:spMkLst>
            <pc:docMk/>
            <pc:sldMk cId="3863440157" sldId="395"/>
            <ac:spMk id="7" creationId="{7B2D9C4B-1C6A-D66B-A659-8DAB53D06786}"/>
          </ac:spMkLst>
        </pc:spChg>
        <pc:spChg chg="add mod">
          <ac:chgData name="헌정 임" userId="eb9ca9bd79f0560f" providerId="LiveId" clId="{A6339E56-8272-42D6-9D95-12E1A8284411}" dt="2026-07-03T23:43:34.604" v="1359" actId="20577"/>
          <ac:spMkLst>
            <pc:docMk/>
            <pc:sldMk cId="3863440157" sldId="395"/>
            <ac:spMk id="9" creationId="{382888A0-6698-4471-AE02-8C20BC1C3953}"/>
          </ac:spMkLst>
        </pc:spChg>
        <pc:spChg chg="add mod">
          <ac:chgData name="헌정 임" userId="eb9ca9bd79f0560f" providerId="LiveId" clId="{A6339E56-8272-42D6-9D95-12E1A8284411}" dt="2026-07-03T23:44:05.816" v="1418"/>
          <ac:spMkLst>
            <pc:docMk/>
            <pc:sldMk cId="3863440157" sldId="395"/>
            <ac:spMk id="14" creationId="{BF7CC288-6D57-C8AD-55BD-B81F3786A2ED}"/>
          </ac:spMkLst>
        </pc:spChg>
        <pc:spChg chg="add mod">
          <ac:chgData name="헌정 임" userId="eb9ca9bd79f0560f" providerId="LiveId" clId="{A6339E56-8272-42D6-9D95-12E1A8284411}" dt="2026-07-03T23:50:31.260" v="2101"/>
          <ac:spMkLst>
            <pc:docMk/>
            <pc:sldMk cId="3863440157" sldId="395"/>
            <ac:spMk id="15" creationId="{B9DD7709-7813-C69F-69A9-15152D4504E0}"/>
          </ac:spMkLst>
        </pc:spChg>
        <pc:picChg chg="del">
          <ac:chgData name="헌정 임" userId="eb9ca9bd79f0560f" providerId="LiveId" clId="{A6339E56-8272-42D6-9D95-12E1A8284411}" dt="2026-07-03T12:43:36.678" v="660" actId="478"/>
          <ac:picMkLst>
            <pc:docMk/>
            <pc:sldMk cId="3863440157" sldId="395"/>
            <ac:picMk id="4" creationId="{8AAA649E-9899-0EC2-C6AD-154A0B8848D3}"/>
          </ac:picMkLst>
        </pc:picChg>
        <pc:picChg chg="mod">
          <ac:chgData name="헌정 임" userId="eb9ca9bd79f0560f" providerId="LiveId" clId="{A6339E56-8272-42D6-9D95-12E1A8284411}" dt="2026-07-03T23:48:19.882" v="1798" actId="1037"/>
          <ac:picMkLst>
            <pc:docMk/>
            <pc:sldMk cId="3863440157" sldId="395"/>
            <ac:picMk id="6" creationId="{B845D697-C236-3D8B-C60C-A557E44532D6}"/>
          </ac:picMkLst>
        </pc:picChg>
        <pc:picChg chg="del mod">
          <ac:chgData name="헌정 임" userId="eb9ca9bd79f0560f" providerId="LiveId" clId="{A6339E56-8272-42D6-9D95-12E1A8284411}" dt="2026-07-03T23:44:22.569" v="1420" actId="21"/>
          <ac:picMkLst>
            <pc:docMk/>
            <pc:sldMk cId="3863440157" sldId="395"/>
            <ac:picMk id="8" creationId="{7C0EF117-428F-9EDD-E27F-AA9FBB041137}"/>
          </ac:picMkLst>
        </pc:picChg>
        <pc:picChg chg="del">
          <ac:chgData name="헌정 임" userId="eb9ca9bd79f0560f" providerId="LiveId" clId="{A6339E56-8272-42D6-9D95-12E1A8284411}" dt="2026-07-03T12:43:38.158" v="662" actId="478"/>
          <ac:picMkLst>
            <pc:docMk/>
            <pc:sldMk cId="3863440157" sldId="395"/>
            <ac:picMk id="10" creationId="{5AA652DF-AC7B-4044-376E-1954AAD2738E}"/>
          </ac:picMkLst>
        </pc:picChg>
        <pc:picChg chg="del">
          <ac:chgData name="헌정 임" userId="eb9ca9bd79f0560f" providerId="LiveId" clId="{A6339E56-8272-42D6-9D95-12E1A8284411}" dt="2026-07-03T12:43:36.152" v="659" actId="478"/>
          <ac:picMkLst>
            <pc:docMk/>
            <pc:sldMk cId="3863440157" sldId="395"/>
            <ac:picMk id="11" creationId="{ADF74D7C-6615-BF02-4C30-A6CBC31D14C6}"/>
          </ac:picMkLst>
        </pc:picChg>
        <pc:picChg chg="del">
          <ac:chgData name="헌정 임" userId="eb9ca9bd79f0560f" providerId="LiveId" clId="{A6339E56-8272-42D6-9D95-12E1A8284411}" dt="2026-07-03T12:43:37.360" v="661" actId="478"/>
          <ac:picMkLst>
            <pc:docMk/>
            <pc:sldMk cId="3863440157" sldId="395"/>
            <ac:picMk id="12" creationId="{B04BEF68-A559-2595-C4FF-21F78E78934C}"/>
          </ac:picMkLst>
        </pc:picChg>
        <pc:picChg chg="mod">
          <ac:chgData name="헌정 임" userId="eb9ca9bd79f0560f" providerId="LiveId" clId="{A6339E56-8272-42D6-9D95-12E1A8284411}" dt="2026-07-03T13:03:25.375" v="1280" actId="1076"/>
          <ac:picMkLst>
            <pc:docMk/>
            <pc:sldMk cId="3863440157" sldId="395"/>
            <ac:picMk id="13" creationId="{354B6CF4-6333-8CF0-DFD3-6D7C39B090C5}"/>
          </ac:picMkLst>
        </pc:picChg>
      </pc:sldChg>
      <pc:sldChg chg="add ord">
        <pc:chgData name="헌정 임" userId="eb9ca9bd79f0560f" providerId="LiveId" clId="{A6339E56-8272-42D6-9D95-12E1A8284411}" dt="2026-07-03T23:45:03.051" v="1426"/>
        <pc:sldMkLst>
          <pc:docMk/>
          <pc:sldMk cId="2184797597" sldId="396"/>
        </pc:sldMkLst>
      </pc:sldChg>
      <pc:sldChg chg="addSp new mod">
        <pc:chgData name="헌정 임" userId="eb9ca9bd79f0560f" providerId="LiveId" clId="{A6339E56-8272-42D6-9D95-12E1A8284411}" dt="2026-07-03T12:51:53.931" v="898" actId="22"/>
        <pc:sldMkLst>
          <pc:docMk/>
          <pc:sldMk cId="3262085849" sldId="397"/>
        </pc:sldMkLst>
        <pc:picChg chg="add">
          <ac:chgData name="헌정 임" userId="eb9ca9bd79f0560f" providerId="LiveId" clId="{A6339E56-8272-42D6-9D95-12E1A8284411}" dt="2026-07-03T12:51:53.931" v="898" actId="22"/>
          <ac:picMkLst>
            <pc:docMk/>
            <pc:sldMk cId="3262085849" sldId="397"/>
            <ac:picMk id="4" creationId="{75E236EC-2819-2011-E945-249F35B3FDBB}"/>
          </ac:picMkLst>
        </pc:picChg>
      </pc:sldChg>
      <pc:sldChg chg="delSp modSp add mod">
        <pc:chgData name="헌정 임" userId="eb9ca9bd79f0560f" providerId="LiveId" clId="{A6339E56-8272-42D6-9D95-12E1A8284411}" dt="2026-07-03T12:55:29.342" v="1048" actId="21"/>
        <pc:sldMkLst>
          <pc:docMk/>
          <pc:sldMk cId="1099443927" sldId="398"/>
        </pc:sldMkLst>
        <pc:picChg chg="del mod">
          <ac:chgData name="헌정 임" userId="eb9ca9bd79f0560f" providerId="LiveId" clId="{A6339E56-8272-42D6-9D95-12E1A8284411}" dt="2026-07-03T12:55:29.342" v="1048" actId="21"/>
          <ac:picMkLst>
            <pc:docMk/>
            <pc:sldMk cId="1099443927" sldId="398"/>
            <ac:picMk id="4" creationId="{3DD657DB-9BF3-E3BF-6D87-A6AE803716DD}"/>
          </ac:picMkLst>
        </pc:picChg>
      </pc:sldChg>
      <pc:sldChg chg="addSp delSp modSp new mod">
        <pc:chgData name="헌정 임" userId="eb9ca9bd79f0560f" providerId="LiveId" clId="{A6339E56-8272-42D6-9D95-12E1A8284411}" dt="2026-07-03T23:58:34.178" v="2595" actId="21"/>
        <pc:sldMkLst>
          <pc:docMk/>
          <pc:sldMk cId="3010018706" sldId="399"/>
        </pc:sldMkLst>
        <pc:spChg chg="del">
          <ac:chgData name="헌정 임" userId="eb9ca9bd79f0560f" providerId="LiveId" clId="{A6339E56-8272-42D6-9D95-12E1A8284411}" dt="2026-07-03T23:44:25.811" v="1422" actId="478"/>
          <ac:spMkLst>
            <pc:docMk/>
            <pc:sldMk cId="3010018706" sldId="399"/>
            <ac:spMk id="2" creationId="{C1C8F3FC-C2E0-3D02-A7B9-938AE0828F65}"/>
          </ac:spMkLst>
        </pc:spChg>
        <pc:spChg chg="add mod">
          <ac:chgData name="헌정 임" userId="eb9ca9bd79f0560f" providerId="LiveId" clId="{A6339E56-8272-42D6-9D95-12E1A8284411}" dt="2026-07-03T23:47:07.707" v="1650" actId="1076"/>
          <ac:spMkLst>
            <pc:docMk/>
            <pc:sldMk cId="3010018706" sldId="399"/>
            <ac:spMk id="3" creationId="{35BD330A-F750-BC0A-59DE-8C17077501E7}"/>
          </ac:spMkLst>
        </pc:spChg>
        <pc:spChg chg="add mod">
          <ac:chgData name="헌정 임" userId="eb9ca9bd79f0560f" providerId="LiveId" clId="{A6339E56-8272-42D6-9D95-12E1A8284411}" dt="2026-07-03T23:47:24.897" v="1673" actId="20577"/>
          <ac:spMkLst>
            <pc:docMk/>
            <pc:sldMk cId="3010018706" sldId="399"/>
            <ac:spMk id="4" creationId="{B5B606E5-D90C-0996-E172-7A5EC51A7C1D}"/>
          </ac:spMkLst>
        </pc:spChg>
        <pc:spChg chg="add del mod">
          <ac:chgData name="헌정 임" userId="eb9ca9bd79f0560f" providerId="LiveId" clId="{A6339E56-8272-42D6-9D95-12E1A8284411}" dt="2026-07-03T23:47:26.164" v="1675"/>
          <ac:spMkLst>
            <pc:docMk/>
            <pc:sldMk cId="3010018706" sldId="399"/>
            <ac:spMk id="5" creationId="{F2CA44A0-EC79-B970-161F-9F71530DE3EB}"/>
          </ac:spMkLst>
        </pc:spChg>
        <pc:spChg chg="add mod">
          <ac:chgData name="헌정 임" userId="eb9ca9bd79f0560f" providerId="LiveId" clId="{A6339E56-8272-42D6-9D95-12E1A8284411}" dt="2026-07-03T23:58:30.189" v="2593" actId="1076"/>
          <ac:spMkLst>
            <pc:docMk/>
            <pc:sldMk cId="3010018706" sldId="399"/>
            <ac:spMk id="6" creationId="{8CBAADC2-493A-A8EC-B12E-55DE5B08C5B5}"/>
          </ac:spMkLst>
        </pc:spChg>
        <pc:picChg chg="add del mod">
          <ac:chgData name="헌정 임" userId="eb9ca9bd79f0560f" providerId="LiveId" clId="{A6339E56-8272-42D6-9D95-12E1A8284411}" dt="2026-07-03T23:58:34.178" v="2595" actId="21"/>
          <ac:picMkLst>
            <pc:docMk/>
            <pc:sldMk cId="3010018706" sldId="399"/>
            <ac:picMk id="7" creationId="{7BE41F11-17DB-1B2A-9573-FE3D93F57C8C}"/>
          </ac:picMkLst>
        </pc:picChg>
        <pc:picChg chg="add mod">
          <ac:chgData name="헌정 임" userId="eb9ca9bd79f0560f" providerId="LiveId" clId="{A6339E56-8272-42D6-9D95-12E1A8284411}" dt="2026-07-03T23:45:12.504" v="1427" actId="1076"/>
          <ac:picMkLst>
            <pc:docMk/>
            <pc:sldMk cId="3010018706" sldId="399"/>
            <ac:picMk id="8" creationId="{7C0EF117-428F-9EDD-E27F-AA9FBB041137}"/>
          </ac:picMkLst>
        </pc:picChg>
      </pc:sldChg>
      <pc:sldChg chg="new">
        <pc:chgData name="헌정 임" userId="eb9ca9bd79f0560f" providerId="LiveId" clId="{A6339E56-8272-42D6-9D95-12E1A8284411}" dt="2026-07-03T23:55:56.943" v="2584" actId="680"/>
        <pc:sldMkLst>
          <pc:docMk/>
          <pc:sldMk cId="1762703876" sldId="400"/>
        </pc:sldMkLst>
      </pc:sldChg>
      <pc:sldChg chg="new">
        <pc:chgData name="헌정 임" userId="eb9ca9bd79f0560f" providerId="LiveId" clId="{A6339E56-8272-42D6-9D95-12E1A8284411}" dt="2026-07-03T23:55:57.122" v="2585" actId="680"/>
        <pc:sldMkLst>
          <pc:docMk/>
          <pc:sldMk cId="3187036238" sldId="401"/>
        </pc:sldMkLst>
      </pc:sldChg>
      <pc:sldChg chg="new">
        <pc:chgData name="헌정 임" userId="eb9ca9bd79f0560f" providerId="LiveId" clId="{A6339E56-8272-42D6-9D95-12E1A8284411}" dt="2026-07-03T23:55:57.286" v="2586" actId="680"/>
        <pc:sldMkLst>
          <pc:docMk/>
          <pc:sldMk cId="1628367054" sldId="402"/>
        </pc:sldMkLst>
      </pc:sldChg>
      <pc:sldChg chg="new">
        <pc:chgData name="헌정 임" userId="eb9ca9bd79f0560f" providerId="LiveId" clId="{A6339E56-8272-42D6-9D95-12E1A8284411}" dt="2026-07-03T23:55:57.437" v="2587" actId="680"/>
        <pc:sldMkLst>
          <pc:docMk/>
          <pc:sldMk cId="1740472668" sldId="403"/>
        </pc:sldMkLst>
      </pc:sldChg>
      <pc:sldChg chg="addSp new mod">
        <pc:chgData name="헌정 임" userId="eb9ca9bd79f0560f" providerId="LiveId" clId="{A6339E56-8272-42D6-9D95-12E1A8284411}" dt="2026-07-03T23:56:02.911" v="2589" actId="22"/>
        <pc:sldMkLst>
          <pc:docMk/>
          <pc:sldMk cId="2421219215" sldId="404"/>
        </pc:sldMkLst>
        <pc:picChg chg="add">
          <ac:chgData name="헌정 임" userId="eb9ca9bd79f0560f" providerId="LiveId" clId="{A6339E56-8272-42D6-9D95-12E1A8284411}" dt="2026-07-03T23:56:02.911" v="2589" actId="22"/>
          <ac:picMkLst>
            <pc:docMk/>
            <pc:sldMk cId="2421219215" sldId="404"/>
            <ac:picMk id="4" creationId="{A7A374BE-0F6E-3369-A9F2-3D53D6A0995D}"/>
          </ac:picMkLst>
        </pc:picChg>
      </pc:sldChg>
      <pc:sldChg chg="addSp new mod">
        <pc:chgData name="헌정 임" userId="eb9ca9bd79f0560f" providerId="LiveId" clId="{A6339E56-8272-42D6-9D95-12E1A8284411}" dt="2026-07-03T23:56:42.082" v="2591" actId="22"/>
        <pc:sldMkLst>
          <pc:docMk/>
          <pc:sldMk cId="1413464511" sldId="405"/>
        </pc:sldMkLst>
        <pc:picChg chg="add">
          <ac:chgData name="헌정 임" userId="eb9ca9bd79f0560f" providerId="LiveId" clId="{A6339E56-8272-42D6-9D95-12E1A8284411}" dt="2026-07-03T23:56:42.082" v="2591" actId="22"/>
          <ac:picMkLst>
            <pc:docMk/>
            <pc:sldMk cId="1413464511" sldId="405"/>
            <ac:picMk id="4" creationId="{86663FFD-757A-B59F-D3BD-DEB11E2B0B10}"/>
          </ac:picMkLst>
        </pc:picChg>
      </pc:sldChg>
      <pc:sldChg chg="addSp modSp new mod">
        <pc:chgData name="헌정 임" userId="eb9ca9bd79f0560f" providerId="LiveId" clId="{A6339E56-8272-42D6-9D95-12E1A8284411}" dt="2026-07-04T00:00:12.473" v="2838" actId="1076"/>
        <pc:sldMkLst>
          <pc:docMk/>
          <pc:sldMk cId="1911614107" sldId="406"/>
        </pc:sldMkLst>
        <pc:spChg chg="add mod">
          <ac:chgData name="헌정 임" userId="eb9ca9bd79f0560f" providerId="LiveId" clId="{A6339E56-8272-42D6-9D95-12E1A8284411}" dt="2026-07-04T00:00:12.473" v="2838" actId="1076"/>
          <ac:spMkLst>
            <pc:docMk/>
            <pc:sldMk cId="1911614107" sldId="406"/>
            <ac:spMk id="3" creationId="{F61295E9-507C-8BC4-D1E2-137D8BCE6A6F}"/>
          </ac:spMkLst>
        </pc:spChg>
        <pc:picChg chg="add mod">
          <ac:chgData name="헌정 임" userId="eb9ca9bd79f0560f" providerId="LiveId" clId="{A6339E56-8272-42D6-9D95-12E1A8284411}" dt="2026-07-03T23:58:38.019" v="2597" actId="1076"/>
          <ac:picMkLst>
            <pc:docMk/>
            <pc:sldMk cId="1911614107" sldId="406"/>
            <ac:picMk id="7" creationId="{7BE41F11-17DB-1B2A-9573-FE3D93F57C8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E44C1-0B82-D42F-F0D6-57ED92C6D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0C3C12-54D4-B18E-F1B2-048119364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6ECD27-F7A7-BF8C-8A43-3AA5CC45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5554C1-6857-CDE4-A14D-14B7598F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45A6B9-9885-8385-8716-69C8328B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45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EE33E-7BE3-57F2-0143-3FB971ED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D50126-AD4C-9EE5-9A12-428C896B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03DA6D-7C5B-E2F9-D011-DD7061A0C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3F029B-526B-792D-0595-17BD4039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CD55AC-203A-D249-E884-1374A7FBF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33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258DB-46E7-BF4C-F563-50729321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A0AB68-9973-FA92-004E-A1A8614B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033EAB-68D7-965A-79F2-D4EC7E9C6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3A04E0-A03E-22B6-4DC3-E14BC1D2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71A9DB-2419-E30E-B117-566964D8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19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DD6C7E-F415-262C-C8BE-22738001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008D5-7753-4F1C-C3F1-00041436D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3DA0DB-30E7-8AF7-EB48-E3E422281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D3EA0C-2CC1-17E5-4CB0-64E7AD23C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2698AF-60B2-758C-3EA4-97EAEC952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0F1805-529C-AD26-546C-2F3CB77F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621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951EB-D06D-8B10-DD22-2DF8F37F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8825-0CCD-E69C-A35C-B6E40F187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B3072B-6F86-0324-99A5-21D7D49E2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99A6CD-9D83-691F-16E8-CD6E8771AA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1938D2-E979-E3AF-6719-1B827FD89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C6BB221-6D0C-F219-A435-F146ADBF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41E1640-D96D-DA95-8C23-609657652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046E1EE-BBCD-496F-84E9-6A8553CA7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24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C0F6F-FCC8-60A0-FB5A-08061B334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5125"/>
          </a:xfrm>
        </p:spPr>
        <p:txBody>
          <a:bodyPr lIns="0" tIns="0" rIns="0" bIns="0"/>
          <a:lstStyle>
            <a:lvl1pPr>
              <a:defRPr sz="20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EA11D7-F849-3D00-592A-9182EAAC2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EC3449-7879-849A-9EA7-F03B41707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390A6E-2B03-2291-1D3E-33D211B0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0304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47D4C8-02B3-32E1-2C1F-3CDAF1822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614FB55-780A-B88E-715B-241FB76AE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EFE1C-EDE8-CE03-2206-DCEE2B02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6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FB4C4-40D0-0CC9-6616-386E038DC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AC6C9A-A3A9-2FC9-6FF2-726DA2174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3FB1F-D862-955B-18A9-16A96B3F01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4BFD24-D0B4-3D88-33F4-AB80BB2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6AD03C-DDA2-73AD-9F6B-AF77CE9B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76FD68-5C1E-C5CE-5C34-7B9B1C43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4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6FF73-4345-A211-89CC-67FC9021A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938887-1FA6-571B-5C6D-015A2076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335FFD-1CE0-3536-80B7-E8A21158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65207D-A3DE-7682-B864-EA7906A74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52BB25-26CD-37BC-C08C-58BD8E0DA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83CC2E-0C3A-3936-1411-7E60074F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7086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2564F-AAD2-2A57-3709-6622C4BD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11DFDC-AE10-5C7C-A9E5-AB8024831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05BA68-007D-A075-3919-031DE9715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2DBCE8-5841-96BA-DB9A-647F5C72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E8B99E-3027-5174-7C5D-B0DBB0454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66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46BB64-6B4A-0319-2A2B-CF28CC99CA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D16D16-6E34-2248-5979-C9FC1AD49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5D26B5-130D-D939-A491-E63AECDE0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A38D5-EFC4-EFAD-5CFF-585525CC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B2F9B9-315A-D3B9-B951-631324F58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3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99EDB5-7B92-F59C-77FB-B0B078ED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F54A18-7153-B60F-AA84-98C062481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073490-E019-670A-94F0-7DE826941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6A55E5-DE93-6B84-AEAE-0E3395203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B21F6-25B7-0AE6-2603-8C7E5B1AAA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081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emf"/><Relationship Id="rId5" Type="http://schemas.openxmlformats.org/officeDocument/2006/relationships/image" Target="../media/image19.emf"/><Relationship Id="rId4" Type="http://schemas.openxmlformats.org/officeDocument/2006/relationships/image" Target="../media/image18.emf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emf"/><Relationship Id="rId3" Type="http://schemas.openxmlformats.org/officeDocument/2006/relationships/image" Target="../media/image22.emf"/><Relationship Id="rId7" Type="http://schemas.openxmlformats.org/officeDocument/2006/relationships/image" Target="../media/image26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5.emf"/><Relationship Id="rId5" Type="http://schemas.openxmlformats.org/officeDocument/2006/relationships/image" Target="../media/image24.emf"/><Relationship Id="rId4" Type="http://schemas.openxmlformats.org/officeDocument/2006/relationships/image" Target="../media/image23.emf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75BFF21-2AA7-77DF-62B2-D05B186ED8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776" y="298428"/>
            <a:ext cx="9858447" cy="5981744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B7B9073-8606-D0C1-8750-0AE40BAD927A}"/>
              </a:ext>
            </a:extLst>
          </p:cNvPr>
          <p:cNvSpPr/>
          <p:nvPr/>
        </p:nvSpPr>
        <p:spPr>
          <a:xfrm>
            <a:off x="3073400" y="4527550"/>
            <a:ext cx="2641600" cy="323850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201944A-EB55-153D-FDE1-69F50483C688}"/>
              </a:ext>
            </a:extLst>
          </p:cNvPr>
          <p:cNvSpPr/>
          <p:nvPr/>
        </p:nvSpPr>
        <p:spPr>
          <a:xfrm>
            <a:off x="4394200" y="5403861"/>
            <a:ext cx="2641600" cy="260339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C13D8F2B-9FD2-3033-68A4-F11D17392FF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>
            <a:off x="5715000" y="4689475"/>
            <a:ext cx="1320800" cy="844556"/>
          </a:xfrm>
          <a:prstGeom prst="bentConnector3">
            <a:avLst>
              <a:gd name="adj1" fmla="val 117308"/>
            </a:avLst>
          </a:prstGeom>
          <a:ln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249A169-15EF-2110-4375-3EB6008B6866}"/>
              </a:ext>
            </a:extLst>
          </p:cNvPr>
          <p:cNvSpPr txBox="1"/>
          <p:nvPr/>
        </p:nvSpPr>
        <p:spPr>
          <a:xfrm>
            <a:off x="7873999" y="4889500"/>
            <a:ext cx="4140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파일 명</a:t>
            </a:r>
            <a:r>
              <a:rPr lang="en-US" altLang="ko-KR" dirty="0">
                <a:highlight>
                  <a:srgbClr val="FFFF00"/>
                </a:highlight>
              </a:rPr>
              <a:t>(.</a:t>
            </a:r>
            <a:r>
              <a:rPr lang="en-US" altLang="ko-KR" dirty="0" err="1">
                <a:highlight>
                  <a:srgbClr val="FFFF00"/>
                </a:highlight>
              </a:rPr>
              <a:t>yaml</a:t>
            </a:r>
            <a:r>
              <a:rPr lang="en-US" altLang="ko-KR" dirty="0">
                <a:highlight>
                  <a:srgbClr val="FFFF00"/>
                </a:highlight>
              </a:rPr>
              <a:t>)</a:t>
            </a:r>
            <a:r>
              <a:rPr lang="ko-KR" altLang="en-US" dirty="0">
                <a:highlight>
                  <a:srgbClr val="FFFF00"/>
                </a:highlight>
              </a:rPr>
              <a:t>을 바꾸어도 반영 안됨 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F8D435-254C-F3B1-32A8-6D5E176BE51E}"/>
              </a:ext>
            </a:extLst>
          </p:cNvPr>
          <p:cNvSpPr/>
          <p:nvPr/>
        </p:nvSpPr>
        <p:spPr>
          <a:xfrm>
            <a:off x="1231900" y="5664200"/>
            <a:ext cx="2641600" cy="260339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D0FD0E-D4CB-76D6-559B-263C57FDEE31}"/>
              </a:ext>
            </a:extLst>
          </p:cNvPr>
          <p:cNvSpPr txBox="1"/>
          <p:nvPr/>
        </p:nvSpPr>
        <p:spPr>
          <a:xfrm>
            <a:off x="1282699" y="6002404"/>
            <a:ext cx="9423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읽기 권한이 없어서 인지</a:t>
            </a:r>
            <a:r>
              <a:rPr lang="en-US" altLang="ko-KR" dirty="0">
                <a:highlight>
                  <a:srgbClr val="FFFF00"/>
                </a:highlight>
              </a:rPr>
              <a:t>, </a:t>
            </a:r>
            <a:r>
              <a:rPr lang="ko-KR" altLang="en-US" dirty="0">
                <a:highlight>
                  <a:srgbClr val="FFFF00"/>
                </a:highlight>
              </a:rPr>
              <a:t>업로드 하여도 인식 못함</a:t>
            </a:r>
            <a:endParaRPr lang="en-US" altLang="ko-KR" dirty="0">
              <a:highlight>
                <a:srgbClr val="FFFF00"/>
              </a:highlight>
            </a:endParaRPr>
          </a:p>
          <a:p>
            <a:r>
              <a:rPr lang="en-US" altLang="ko-KR" dirty="0" err="1">
                <a:highlight>
                  <a:srgbClr val="FFFF00"/>
                </a:highlight>
              </a:rPr>
              <a:t>chmod</a:t>
            </a:r>
            <a:r>
              <a:rPr lang="en-US" altLang="ko-KR" dirty="0">
                <a:highlight>
                  <a:srgbClr val="FFFF00"/>
                </a:highlight>
              </a:rPr>
              <a:t> </a:t>
            </a:r>
            <a:r>
              <a:rPr lang="en-US" altLang="ko-KR" b="1" dirty="0">
                <a:solidFill>
                  <a:srgbClr val="C00000"/>
                </a:solidFill>
                <a:highlight>
                  <a:srgbClr val="FFFF00"/>
                </a:highlight>
              </a:rPr>
              <a:t>+r </a:t>
            </a:r>
            <a:r>
              <a:rPr lang="en-US" altLang="ko-KR" dirty="0">
                <a:highlight>
                  <a:srgbClr val="FFFF00"/>
                </a:highlight>
              </a:rPr>
              <a:t>edge5.kubeconfig </a:t>
            </a:r>
            <a:r>
              <a:rPr lang="ko-KR" altLang="en-US" dirty="0">
                <a:highlight>
                  <a:srgbClr val="FFFF00"/>
                </a:highlight>
              </a:rPr>
              <a:t>하면 다운로드 후 바로 업로드 하여도 인식 됨</a:t>
            </a:r>
          </a:p>
        </p:txBody>
      </p:sp>
    </p:spTree>
    <p:extLst>
      <p:ext uri="{BB962C8B-B14F-4D97-AF65-F5344CB8AC3E}">
        <p14:creationId xmlns:p14="http://schemas.microsoft.com/office/powerpoint/2010/main" val="2676242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72C4B6-F596-F78E-3A8C-23BCA79F7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1B4D87-F7B2-AB98-E8DD-ED3981191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2083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E6A8D-16EE-AA51-6E86-E1580084E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E542F6A-4A10-00D0-732A-2F668532FF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5478"/>
          <a:stretch>
            <a:fillRect/>
          </a:stretch>
        </p:blipFill>
        <p:spPr>
          <a:xfrm>
            <a:off x="1166776" y="298428"/>
            <a:ext cx="9858447" cy="1466872"/>
          </a:xfrm>
          <a:prstGeom prst="rect">
            <a:avLst/>
          </a:prstGeom>
          <a:ln>
            <a:solidFill>
              <a:srgbClr val="FFFF00"/>
            </a:solidFill>
          </a:ln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6589C82B-76C7-FFFE-F8A8-EBE625E77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776" y="1766877"/>
            <a:ext cx="5591216" cy="9239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FB24E2-E246-886E-894B-8B4933F952B2}"/>
              </a:ext>
            </a:extLst>
          </p:cNvPr>
          <p:cNvSpPr txBox="1"/>
          <p:nvPr/>
        </p:nvSpPr>
        <p:spPr>
          <a:xfrm>
            <a:off x="6721515" y="2044177"/>
            <a:ext cx="5664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ß"/>
            </a:pPr>
            <a:r>
              <a:rPr lang="ko-KR" altLang="en-US" dirty="0">
                <a:sym typeface="Wingdings" panose="05000000000000000000" pitchFamily="2" charset="2"/>
              </a:rPr>
              <a:t>설정 파일 생성 알림 추가 표현 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>
                <a:sym typeface="Wingdings" panose="05000000000000000000" pitchFamily="2" charset="2"/>
              </a:rPr>
              <a:t>    (</a:t>
            </a:r>
            <a:r>
              <a:rPr lang="ko-KR" altLang="en-US" dirty="0">
                <a:sym typeface="Wingdings" panose="05000000000000000000" pitchFamily="2" charset="2"/>
              </a:rPr>
              <a:t>박스 표시로 강조</a:t>
            </a:r>
            <a:r>
              <a:rPr lang="en-US" altLang="ko-KR" dirty="0">
                <a:sym typeface="Wingdings" panose="05000000000000000000" pitchFamily="2" charset="2"/>
              </a:rPr>
              <a:t>)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2351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96D3F62-B0FA-7690-86A0-3A3B118E4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68"/>
            <a:ext cx="12192000" cy="673046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7763B7-3EA1-4C17-21FE-B72B0B979911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21622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9CA1F7-A8D8-7D2B-F2D0-0135DDB60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5B45E04-88A2-64A4-C741-E57B6BC32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53"/>
            <a:ext cx="12192000" cy="674469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46444B8-D07B-A88B-5B5A-B15E524E7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847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FFF03-DF33-1257-F38B-21CE6EF8E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B3FE90C-AB0C-FA41-F02C-017B65C7E1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491"/>
          <a:stretch>
            <a:fillRect/>
          </a:stretch>
        </p:blipFill>
        <p:spPr>
          <a:xfrm>
            <a:off x="1888670" y="28654"/>
            <a:ext cx="10303329" cy="680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14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0C604D-4898-FB68-B7A1-BA45C421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6C9835-FBA8-76FF-19E1-17A22C19FE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4716150" y="1025403"/>
            <a:ext cx="4333907" cy="154478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0B6743-2176-3074-22CE-7C8BCB5987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A1E3112-45E3-0CB1-E1B4-6F0256BAF1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9186846" y="1001101"/>
            <a:ext cx="4333907" cy="16050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8207C3C-D8DE-0B0B-7F9C-F476F538AE47}"/>
              </a:ext>
            </a:extLst>
          </p:cNvPr>
          <p:cNvSpPr txBox="1"/>
          <p:nvPr/>
        </p:nvSpPr>
        <p:spPr>
          <a:xfrm>
            <a:off x="4762499" y="2771069"/>
            <a:ext cx="473075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문의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  <a:r>
              <a:rPr lang="ko-KR" altLang="en-US" dirty="0">
                <a:highlight>
                  <a:srgbClr val="FFFF00"/>
                </a:highlight>
              </a:rPr>
              <a:t>선택에 따라 </a:t>
            </a:r>
            <a:r>
              <a:rPr lang="ko-KR" altLang="en-US" dirty="0" err="1">
                <a:highlight>
                  <a:srgbClr val="FFFF00"/>
                </a:highlight>
              </a:rPr>
              <a:t>달라지는점</a:t>
            </a: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>
                <a:highlight>
                  <a:srgbClr val="FFFF00"/>
                </a:highlight>
              </a:rPr>
              <a:t>차량 데이터 수집 </a:t>
            </a:r>
            <a:r>
              <a:rPr lang="en-US" altLang="ko-KR" dirty="0">
                <a:highlight>
                  <a:srgbClr val="FFFF00"/>
                </a:highlight>
              </a:rPr>
              <a:t>= CAN  viewer</a:t>
            </a:r>
          </a:p>
          <a:p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 err="1">
                <a:highlight>
                  <a:srgbClr val="FFFF00"/>
                </a:highlight>
              </a:rPr>
              <a:t>레포지</a:t>
            </a:r>
            <a:r>
              <a:rPr lang="ko-KR" altLang="en-US" dirty="0">
                <a:highlight>
                  <a:srgbClr val="FFFF00"/>
                </a:highlight>
              </a:rPr>
              <a:t> 토리에서 보여 지는 항목이 다르게 하였었나요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  <a:br>
              <a:rPr lang="en-US" altLang="ko-KR" dirty="0">
                <a:highlight>
                  <a:srgbClr val="FFFF00"/>
                </a:highlight>
              </a:rPr>
            </a:b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* </a:t>
            </a:r>
            <a:r>
              <a:rPr lang="ko-KR" altLang="en-US" dirty="0">
                <a:highlight>
                  <a:srgbClr val="FFFF00"/>
                </a:highlight>
              </a:rPr>
              <a:t>파악 후 설명 문구 전달 드리겠습니다</a:t>
            </a:r>
            <a:r>
              <a:rPr lang="en-US" altLang="ko-KR" dirty="0">
                <a:highlight>
                  <a:srgbClr val="FFFF00"/>
                </a:highlight>
              </a:rPr>
              <a:t>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FECB066-6B82-9680-532F-47556D50ECA3}"/>
              </a:ext>
            </a:extLst>
          </p:cNvPr>
          <p:cNvSpPr/>
          <p:nvPr/>
        </p:nvSpPr>
        <p:spPr>
          <a:xfrm>
            <a:off x="5021034" y="1570200"/>
            <a:ext cx="3449866" cy="180459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6F4B20-A4A0-A12D-B811-C2B2E05E12EC}"/>
              </a:ext>
            </a:extLst>
          </p:cNvPr>
          <p:cNvSpPr txBox="1"/>
          <p:nvPr/>
        </p:nvSpPr>
        <p:spPr>
          <a:xfrm>
            <a:off x="9493250" y="2771069"/>
            <a:ext cx="47307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문의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  <a:r>
              <a:rPr lang="ko-KR" altLang="en-US" dirty="0">
                <a:highlight>
                  <a:srgbClr val="FFFF00"/>
                </a:highlight>
              </a:rPr>
              <a:t>선택에 따라 </a:t>
            </a:r>
            <a:r>
              <a:rPr lang="ko-KR" altLang="en-US" dirty="0" err="1">
                <a:highlight>
                  <a:srgbClr val="FFFF00"/>
                </a:highlight>
              </a:rPr>
              <a:t>달라지는점</a:t>
            </a: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 err="1">
                <a:highlight>
                  <a:srgbClr val="FFFF00"/>
                </a:highlight>
              </a:rPr>
              <a:t>레포지</a:t>
            </a:r>
            <a:r>
              <a:rPr lang="ko-KR" altLang="en-US" dirty="0">
                <a:highlight>
                  <a:srgbClr val="FFFF00"/>
                </a:highlight>
              </a:rPr>
              <a:t> 토리에서 보여 지는 항목이 다르게 하였었나요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  <a:br>
              <a:rPr lang="en-US" altLang="ko-KR" dirty="0">
                <a:highlight>
                  <a:srgbClr val="FFFF00"/>
                </a:highlight>
              </a:rPr>
            </a:br>
            <a:endParaRPr lang="en-US" altLang="ko-KR" dirty="0"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141E512-2EF8-ECDB-1647-A8ABC5977C29}"/>
              </a:ext>
            </a:extLst>
          </p:cNvPr>
          <p:cNvSpPr/>
          <p:nvPr/>
        </p:nvSpPr>
        <p:spPr>
          <a:xfrm>
            <a:off x="9542234" y="1570200"/>
            <a:ext cx="3449866" cy="180459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3847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26000-5925-50CD-1F11-95E1FDB5F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AA3A61-216E-AE8E-B4F6-9DC84106F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45D697-C236-3D8B-C60C-A557E44532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199"/>
          <a:stretch>
            <a:fillRect/>
          </a:stretch>
        </p:blipFill>
        <p:spPr>
          <a:xfrm>
            <a:off x="4522231" y="997517"/>
            <a:ext cx="4248181" cy="318743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54B6CF4-6333-8CF0-DFD3-6D7C39B090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1379"/>
          <a:stretch>
            <a:fillRect/>
          </a:stretch>
        </p:blipFill>
        <p:spPr>
          <a:xfrm>
            <a:off x="131481" y="1193235"/>
            <a:ext cx="4248181" cy="2991716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0232472-F08E-ABF8-CCA6-ADC50821946D}"/>
              </a:ext>
            </a:extLst>
          </p:cNvPr>
          <p:cNvSpPr/>
          <p:nvPr/>
        </p:nvSpPr>
        <p:spPr>
          <a:xfrm>
            <a:off x="265946" y="1720667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장치 파일관리에서 활용 됩니다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.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5FFBD18-5489-51B0-7198-77957871EC26}"/>
              </a:ext>
            </a:extLst>
          </p:cNvPr>
          <p:cNvSpPr/>
          <p:nvPr/>
        </p:nvSpPr>
        <p:spPr>
          <a:xfrm>
            <a:off x="435019" y="1445292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(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옵션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) SSH/SFTP 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접속 정보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(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옵션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B2D9C4B-1C6A-D66B-A659-8DAB53D06786}"/>
              </a:ext>
            </a:extLst>
          </p:cNvPr>
          <p:cNvSpPr/>
          <p:nvPr/>
        </p:nvSpPr>
        <p:spPr>
          <a:xfrm>
            <a:off x="435019" y="2102425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Port</a:t>
            </a:r>
            <a:endParaRPr lang="ko-KR" altLang="en-US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82888A0-6698-4471-AE02-8C20BC1C3953}"/>
              </a:ext>
            </a:extLst>
          </p:cNvPr>
          <p:cNvSpPr/>
          <p:nvPr/>
        </p:nvSpPr>
        <p:spPr>
          <a:xfrm>
            <a:off x="435019" y="3303956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Password</a:t>
            </a:r>
            <a:endParaRPr lang="ko-KR" altLang="en-US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F7CC288-6D57-C8AD-55BD-B81F3786A2ED}"/>
              </a:ext>
            </a:extLst>
          </p:cNvPr>
          <p:cNvSpPr/>
          <p:nvPr/>
        </p:nvSpPr>
        <p:spPr>
          <a:xfrm>
            <a:off x="4808236" y="1566308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장치를 등록 할 때 활용 됩니다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.</a:t>
            </a:r>
            <a:endParaRPr lang="ko-KR" altLang="en-US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DD7709-7813-C69F-69A9-15152D4504E0}"/>
              </a:ext>
            </a:extLst>
          </p:cNvPr>
          <p:cNvSpPr txBox="1"/>
          <p:nvPr/>
        </p:nvSpPr>
        <p:spPr>
          <a:xfrm>
            <a:off x="175699" y="4250718"/>
            <a:ext cx="400536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외부서 데이터 접근을 원치 않는 곳이</a:t>
            </a:r>
            <a:r>
              <a:rPr lang="en-US" altLang="ko-KR" dirty="0"/>
              <a:t> </a:t>
            </a:r>
            <a:r>
              <a:rPr lang="ko-KR" altLang="en-US" dirty="0"/>
              <a:t>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비 필수 항목으로 없어도 진행 되도록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“</a:t>
            </a:r>
            <a:r>
              <a:rPr lang="ko-KR" altLang="en-US" dirty="0"/>
              <a:t>장치 파일 관리</a:t>
            </a:r>
            <a:r>
              <a:rPr lang="en-US" altLang="ko-KR" dirty="0"/>
              <a:t>”</a:t>
            </a:r>
            <a:r>
              <a:rPr lang="ko-KR" altLang="en-US" dirty="0"/>
              <a:t>창에서는 </a:t>
            </a:r>
            <a:r>
              <a:rPr lang="en-US" altLang="ko-KR" dirty="0"/>
              <a:t>SSH/SFTP</a:t>
            </a:r>
            <a:r>
              <a:rPr lang="ko-KR" altLang="en-US" dirty="0"/>
              <a:t>정보가 없습니다</a:t>
            </a:r>
            <a:r>
              <a:rPr lang="en-US" altLang="ko-KR" dirty="0"/>
              <a:t>. [</a:t>
            </a:r>
            <a:r>
              <a:rPr lang="ko-KR" altLang="en-US" dirty="0"/>
              <a:t>등록 이동</a:t>
            </a:r>
            <a:r>
              <a:rPr lang="en-US" altLang="ko-KR" dirty="0"/>
              <a:t>]” </a:t>
            </a:r>
            <a:r>
              <a:rPr lang="ko-KR" altLang="en-US" dirty="0"/>
              <a:t>등으로 알림</a:t>
            </a:r>
          </a:p>
        </p:txBody>
      </p:sp>
    </p:spTree>
    <p:extLst>
      <p:ext uri="{BB962C8B-B14F-4D97-AF65-F5344CB8AC3E}">
        <p14:creationId xmlns:p14="http://schemas.microsoft.com/office/powerpoint/2010/main" val="3863440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7C0EF117-428F-9EDD-E27F-AA9FBB041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58" y="546943"/>
            <a:ext cx="4305331" cy="2209816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5BD330A-F750-BC0A-59DE-8C17077501E7}"/>
              </a:ext>
            </a:extLst>
          </p:cNvPr>
          <p:cNvSpPr/>
          <p:nvPr/>
        </p:nvSpPr>
        <p:spPr>
          <a:xfrm>
            <a:off x="756276" y="991798"/>
            <a:ext cx="3398280" cy="366551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외부 데이터 저장소 정보를 입력 하세요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. 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5B606E5-D90C-0996-E172-7A5EC51A7C1D}"/>
              </a:ext>
            </a:extLst>
          </p:cNvPr>
          <p:cNvSpPr/>
          <p:nvPr/>
        </p:nvSpPr>
        <p:spPr>
          <a:xfrm>
            <a:off x="925349" y="716423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(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옵션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저장소 정보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BAADC2-493A-A8EC-B12E-55DE5B08C5B5}"/>
              </a:ext>
            </a:extLst>
          </p:cNvPr>
          <p:cNvSpPr txBox="1"/>
          <p:nvPr/>
        </p:nvSpPr>
        <p:spPr>
          <a:xfrm>
            <a:off x="4973109" y="546943"/>
            <a:ext cx="63742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외부에 데이터 저장을 원치 않는 곳이</a:t>
            </a:r>
            <a:r>
              <a:rPr lang="en-US" altLang="ko-KR" dirty="0"/>
              <a:t> </a:t>
            </a:r>
            <a:r>
              <a:rPr lang="ko-KR" altLang="en-US" dirty="0"/>
              <a:t>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비 필수 항목으로 없어도 진행 되도록 </a:t>
            </a:r>
          </a:p>
        </p:txBody>
      </p:sp>
    </p:spTree>
    <p:extLst>
      <p:ext uri="{BB962C8B-B14F-4D97-AF65-F5344CB8AC3E}">
        <p14:creationId xmlns:p14="http://schemas.microsoft.com/office/powerpoint/2010/main" val="3010018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4224D5-44C5-5071-1AFD-9B0D4C7FB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E41F11-17DB-1B2A-9573-FE3D93F57C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781" y="365125"/>
            <a:ext cx="4286281" cy="55816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1295E9-507C-8BC4-D1E2-137D8BCE6A6F}"/>
              </a:ext>
            </a:extLst>
          </p:cNvPr>
          <p:cNvSpPr txBox="1"/>
          <p:nvPr/>
        </p:nvSpPr>
        <p:spPr>
          <a:xfrm>
            <a:off x="5913468" y="5285289"/>
            <a:ext cx="47307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생성 버튼 </a:t>
            </a:r>
            <a:r>
              <a:rPr lang="ko-KR" altLang="en-US" dirty="0" err="1">
                <a:highlight>
                  <a:srgbClr val="FFFF00"/>
                </a:highlight>
              </a:rPr>
              <a:t>클릭시</a:t>
            </a:r>
            <a:r>
              <a:rPr lang="ko-KR" altLang="en-US" dirty="0">
                <a:highlight>
                  <a:srgbClr val="FFFF00"/>
                </a:highlight>
              </a:rPr>
              <a:t> </a:t>
            </a:r>
            <a:r>
              <a:rPr lang="en-US" altLang="ko-KR" dirty="0">
                <a:highlight>
                  <a:srgbClr val="FFFF00"/>
                </a:highlight>
              </a:rPr>
              <a:t>or </a:t>
            </a:r>
            <a:r>
              <a:rPr lang="ko-KR" altLang="en-US" dirty="0">
                <a:highlight>
                  <a:srgbClr val="FFFF00"/>
                </a:highlight>
              </a:rPr>
              <a:t>매 입력 단계에서  </a:t>
            </a:r>
            <a:endParaRPr lang="en-US" altLang="ko-KR" dirty="0">
              <a:highlight>
                <a:srgbClr val="FFFF00"/>
              </a:highlight>
            </a:endParaRPr>
          </a:p>
          <a:p>
            <a:pPr marL="285750" indent="-285750">
              <a:buFontTx/>
              <a:buChar char="-"/>
            </a:pPr>
            <a:r>
              <a:rPr lang="ko-KR" altLang="en-US" dirty="0">
                <a:highlight>
                  <a:srgbClr val="FFFF00"/>
                </a:highlight>
              </a:rPr>
              <a:t>위 네트워크 입력 정보가 맞는지</a:t>
            </a:r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통신 되는지 체크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1911614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6E85DB-23E2-8AE2-7730-D2E6CFCBB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5E236EC-2819-2011-E945-249F35B3F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246" y="2214553"/>
            <a:ext cx="11401508" cy="2428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085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A1BA7F-CD92-ACF2-5B13-F45619079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B297AB-20D8-0B14-8D8A-CAAF32A03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63"/>
            <a:ext cx="12192000" cy="680167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87597391-AF5F-C774-31F8-B1E520AE5465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5299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06619F-2430-DB69-E007-F8C44168B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EF2E57-901F-B412-D2ED-829178775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194"/>
            <a:ext cx="12192000" cy="674761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B85EC4-8F40-3159-DBE0-117F5C1C36A2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E2B3CB-B427-2FBE-557F-8229310BE264}"/>
              </a:ext>
            </a:extLst>
          </p:cNvPr>
          <p:cNvSpPr txBox="1"/>
          <p:nvPr/>
        </p:nvSpPr>
        <p:spPr>
          <a:xfrm>
            <a:off x="6988864" y="3027864"/>
            <a:ext cx="47307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문의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  <a:r>
              <a:rPr lang="ko-KR" altLang="en-US" dirty="0">
                <a:highlight>
                  <a:srgbClr val="FFFF00"/>
                </a:highlight>
              </a:rPr>
              <a:t>저장소를 등록 </a:t>
            </a:r>
            <a:r>
              <a:rPr lang="ko-KR" altLang="en-US" dirty="0" err="1">
                <a:highlight>
                  <a:srgbClr val="FFFF00"/>
                </a:highlight>
              </a:rPr>
              <a:t>하는것인가요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</a:p>
          <a:p>
            <a:endParaRPr lang="en-US" altLang="ko-KR" dirty="0">
              <a:highlight>
                <a:srgbClr val="FFFF00"/>
              </a:highlight>
            </a:endParaRPr>
          </a:p>
          <a:p>
            <a:r>
              <a:rPr lang="ko-KR" altLang="en-US" dirty="0">
                <a:highlight>
                  <a:srgbClr val="FFFF00"/>
                </a:highlight>
              </a:rPr>
              <a:t>저장소내 특정 이미지를 저장 </a:t>
            </a:r>
            <a:r>
              <a:rPr lang="ko-KR" altLang="en-US" dirty="0" err="1">
                <a:highlight>
                  <a:srgbClr val="FFFF00"/>
                </a:highlight>
              </a:rPr>
              <a:t>하는것인가요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</a:p>
          <a:p>
            <a:endParaRPr lang="en-US" altLang="ko-KR" dirty="0">
              <a:highlight>
                <a:srgbClr val="FFFF00"/>
              </a:highlight>
            </a:endParaRPr>
          </a:p>
          <a:p>
            <a:r>
              <a:rPr lang="en-US" altLang="ko-KR" dirty="0">
                <a:highlight>
                  <a:srgbClr val="FFFF00"/>
                </a:highlight>
              </a:rPr>
              <a:t>Repository URL</a:t>
            </a:r>
            <a:r>
              <a:rPr lang="ko-KR" altLang="en-US" dirty="0">
                <a:highlight>
                  <a:srgbClr val="FFFF00"/>
                </a:highlight>
              </a:rPr>
              <a:t>을 내부 </a:t>
            </a:r>
            <a:r>
              <a:rPr lang="en-US" altLang="ko-KR" dirty="0">
                <a:highlight>
                  <a:srgbClr val="FFFF00"/>
                </a:highlight>
              </a:rPr>
              <a:t>Harbor</a:t>
            </a:r>
            <a:r>
              <a:rPr lang="ko-KR" altLang="en-US" dirty="0">
                <a:highlight>
                  <a:srgbClr val="FFFF00"/>
                </a:highlight>
              </a:rPr>
              <a:t>로 설정 하면  동작 할까요</a:t>
            </a:r>
            <a:r>
              <a:rPr lang="en-US" altLang="ko-KR" dirty="0">
                <a:highlight>
                  <a:srgbClr val="FFFF00"/>
                </a:highlight>
              </a:rPr>
              <a:t>? </a:t>
            </a: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https://harbor.bigdata-car.kr</a:t>
            </a:r>
          </a:p>
          <a:p>
            <a:endParaRPr lang="en-US" altLang="ko-KR" dirty="0">
              <a:highlight>
                <a:srgbClr val="FFFF00"/>
              </a:highlight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DAE601F-C90B-A461-45AE-F592AA3FA5D0}"/>
              </a:ext>
            </a:extLst>
          </p:cNvPr>
          <p:cNvSpPr/>
          <p:nvPr/>
        </p:nvSpPr>
        <p:spPr>
          <a:xfrm>
            <a:off x="4341745" y="3528963"/>
            <a:ext cx="1654864" cy="552707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3FD006F-F833-AB48-1F9D-40FFB5983FE0}"/>
              </a:ext>
            </a:extLst>
          </p:cNvPr>
          <p:cNvSpPr/>
          <p:nvPr/>
        </p:nvSpPr>
        <p:spPr>
          <a:xfrm>
            <a:off x="4427128" y="2277258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dirty="0" err="1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Oooo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의 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repo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정보만 수집 합니다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.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1095792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68881-C95D-985B-7896-422ED4C2E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6F08584-1975-FEDC-2204-D3AB8D6EA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277"/>
            <a:ext cx="12192000" cy="670344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DD657DB-9BF3-E3BF-6D87-A6AE80371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100" y="1018098"/>
            <a:ext cx="6248400" cy="34566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C66587-2F99-2F32-4BE0-F4241EECA662}"/>
              </a:ext>
            </a:extLst>
          </p:cNvPr>
          <p:cNvSpPr txBox="1"/>
          <p:nvPr/>
        </p:nvSpPr>
        <p:spPr>
          <a:xfrm>
            <a:off x="5905500" y="2762250"/>
            <a:ext cx="373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C00000"/>
                </a:solidFill>
              </a:rPr>
              <a:t>전 단계에서 장비 모두 삭제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442ED24-BD1F-0F8D-2EB3-9890BD2C6D6F}"/>
              </a:ext>
            </a:extLst>
          </p:cNvPr>
          <p:cNvSpPr/>
          <p:nvPr/>
        </p:nvSpPr>
        <p:spPr>
          <a:xfrm>
            <a:off x="2177572" y="5519900"/>
            <a:ext cx="4070828" cy="699006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8DB0ED0E-2808-3F95-B3EA-2285434A66C6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5641490" y="3738492"/>
            <a:ext cx="2737821" cy="152400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1053E93-66B7-018E-F9EC-0E101C8E2A84}"/>
              </a:ext>
            </a:extLst>
          </p:cNvPr>
          <p:cNvSpPr txBox="1"/>
          <p:nvPr/>
        </p:nvSpPr>
        <p:spPr>
          <a:xfrm>
            <a:off x="7874000" y="5580394"/>
            <a:ext cx="4730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깨진</a:t>
            </a:r>
            <a:r>
              <a:rPr lang="en-US" altLang="ko-KR" dirty="0">
                <a:highlight>
                  <a:srgbClr val="FFFF00"/>
                </a:highlight>
              </a:rPr>
              <a:t>(??) </a:t>
            </a:r>
            <a:r>
              <a:rPr lang="ko-KR" altLang="en-US" dirty="0" err="1">
                <a:highlight>
                  <a:srgbClr val="FFFF00"/>
                </a:highlight>
              </a:rPr>
              <a:t>장비명</a:t>
            </a:r>
            <a:r>
              <a:rPr lang="ko-KR" altLang="en-US" dirty="0">
                <a:highlight>
                  <a:srgbClr val="FFFF00"/>
                </a:highlight>
              </a:rPr>
              <a:t> 남아 있음</a:t>
            </a:r>
            <a:endParaRPr lang="en-US" altLang="ko-KR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618062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D1A40D-BC04-A34B-13F3-DC7C4CEE8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27038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3A819A-4022-0F07-25A4-FD57F6939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7036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F984E-4922-32EC-61B8-A2AA7CDEF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83670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0235F9-3DDB-CAD2-509F-8BAB2626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04726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072BED-D4E0-AD79-B796-DCC0E4FC0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A374BE-0F6E-3369-A9F2-3D53D6A09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822" y="0"/>
            <a:ext cx="108403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12192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78672C-B05B-6FC7-DA5D-4DC14CCB0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663FFD-757A-B59F-D3BD-DEB11E2B0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6347" y="0"/>
            <a:ext cx="595930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645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2E9E1-A469-215B-8A86-08BF9114D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83AA7-57FC-7A6E-7159-D66E15BE2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31254A-5503-4C53-B301-6E63F8540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94439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705BC9-4FD3-8553-71FF-489C2E19D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28662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59DA8-6EB5-D1DF-F3F2-863231B12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5C423C-55EB-11F0-6F2C-E759A1DE9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C6C6874-D593-7ADA-8954-ED08CC6AAA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207650" y="4657603"/>
            <a:ext cx="4333907" cy="154478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FA6B0C8-97A8-2EF8-0BC3-A89525CC46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199"/>
          <a:stretch>
            <a:fillRect/>
          </a:stretch>
        </p:blipFill>
        <p:spPr>
          <a:xfrm>
            <a:off x="4541557" y="4087092"/>
            <a:ext cx="4248181" cy="31874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701C9C8-E61E-2E12-D266-F2A8CEB4F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0133" y="6967971"/>
            <a:ext cx="4305331" cy="220981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1D47F4E-42E2-8C2C-5C7F-01E5F29AA4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5719" y="180933"/>
            <a:ext cx="4286281" cy="558169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68C36DC-72E7-DE21-BB45-CC921BE2AB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C550799-BF56-449B-43FB-0642AB0EE9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207650" y="6624832"/>
            <a:ext cx="4333907" cy="160503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5A8B3AC-E6FE-EBF6-EB2B-1EA68141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379"/>
          <a:stretch>
            <a:fillRect/>
          </a:stretch>
        </p:blipFill>
        <p:spPr>
          <a:xfrm>
            <a:off x="4541557" y="1095376"/>
            <a:ext cx="4248181" cy="299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7975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7E4A0C88-4ADF-2786-7AA4-E227A7D69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테두리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81E7E21-2AF2-1631-1558-80E0B0A6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44665"/>
            <a:ext cx="5012267" cy="15127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03502DA-360C-6AF0-D305-BC362FA26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52999"/>
            <a:ext cx="5350933" cy="3002844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4FADF331-0F74-C288-5D8C-2266C708D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090" y="1052999"/>
            <a:ext cx="2788356" cy="172720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00CD633-EBF1-8401-88E8-DD3ECCBC5C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090" y="2918488"/>
            <a:ext cx="3002844" cy="1715911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CD085F8-6DE3-8431-EEAC-9F245AA58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9403" y="1052999"/>
            <a:ext cx="1930400" cy="129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339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10D6-6F1D-2D98-9AE5-B68BC459B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FF8C7E13-3654-D68A-3D52-476FFD3ECD46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3272836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E1EAFF9C-F9BC-6F1F-B5E9-C6EE484C10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B60D7CA1-24A9-8570-B08D-E056583A2117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Oval 7">
            <a:extLst>
              <a:ext uri="{FF2B5EF4-FFF2-40B4-BE49-F238E27FC236}">
                <a16:creationId xmlns:a16="http://schemas.microsoft.com/office/drawing/2014/main" id="{E3C5EBCF-C24D-CE39-B6F8-333A53C49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5C1B3317-D3FC-1031-1782-8606A2E3324E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Oval 9">
            <a:extLst>
              <a:ext uri="{FF2B5EF4-FFF2-40B4-BE49-F238E27FC236}">
                <a16:creationId xmlns:a16="http://schemas.microsoft.com/office/drawing/2014/main" id="{586B2422-608F-F1CE-275D-87DAE25D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0">
            <a:extLst>
              <a:ext uri="{FF2B5EF4-FFF2-40B4-BE49-F238E27FC236}">
                <a16:creationId xmlns:a16="http://schemas.microsoft.com/office/drawing/2014/main" id="{0D660005-4B62-D1B6-34E7-01BE6B9F51AF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Oval 11">
            <a:extLst>
              <a:ext uri="{FF2B5EF4-FFF2-40B4-BE49-F238E27FC236}">
                <a16:creationId xmlns:a16="http://schemas.microsoft.com/office/drawing/2014/main" id="{82AD988B-A8A0-FF23-EB5D-3ECB6E0CD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2">
            <a:extLst>
              <a:ext uri="{FF2B5EF4-FFF2-40B4-BE49-F238E27FC236}">
                <a16:creationId xmlns:a16="http://schemas.microsoft.com/office/drawing/2014/main" id="{1990F7CE-A733-D652-288F-A815746B77FD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31629BA7-25F4-1C1E-9D2C-D1BA921CD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" name="Freeform 14">
            <a:extLst>
              <a:ext uri="{FF2B5EF4-FFF2-40B4-BE49-F238E27FC236}">
                <a16:creationId xmlns:a16="http://schemas.microsoft.com/office/drawing/2014/main" id="{E2AD75EF-81F6-3468-F2C8-D90A9112076C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Oval 15">
            <a:extLst>
              <a:ext uri="{FF2B5EF4-FFF2-40B4-BE49-F238E27FC236}">
                <a16:creationId xmlns:a16="http://schemas.microsoft.com/office/drawing/2014/main" id="{CD12F736-E112-A5B7-1DE0-54411A0EF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" name="Freeform 16">
            <a:extLst>
              <a:ext uri="{FF2B5EF4-FFF2-40B4-BE49-F238E27FC236}">
                <a16:creationId xmlns:a16="http://schemas.microsoft.com/office/drawing/2014/main" id="{EE2B85E2-BEC6-397C-C1FA-B032ACE5E5D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Oval 17">
            <a:extLst>
              <a:ext uri="{FF2B5EF4-FFF2-40B4-BE49-F238E27FC236}">
                <a16:creationId xmlns:a16="http://schemas.microsoft.com/office/drawing/2014/main" id="{4AB5B97C-4C8C-7AF7-29C1-70D896039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8">
            <a:extLst>
              <a:ext uri="{FF2B5EF4-FFF2-40B4-BE49-F238E27FC236}">
                <a16:creationId xmlns:a16="http://schemas.microsoft.com/office/drawing/2014/main" id="{2B72AF4C-6FCC-8758-7A62-19392A549C18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Oval 19">
            <a:extLst>
              <a:ext uri="{FF2B5EF4-FFF2-40B4-BE49-F238E27FC236}">
                <a16:creationId xmlns:a16="http://schemas.microsoft.com/office/drawing/2014/main" id="{92E618A1-F203-E354-221C-2AE6B35C5F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0">
            <a:extLst>
              <a:ext uri="{FF2B5EF4-FFF2-40B4-BE49-F238E27FC236}">
                <a16:creationId xmlns:a16="http://schemas.microsoft.com/office/drawing/2014/main" id="{E5FE8BC9-DC04-BBCF-137C-95FF065245AA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Oval 21">
            <a:extLst>
              <a:ext uri="{FF2B5EF4-FFF2-40B4-BE49-F238E27FC236}">
                <a16:creationId xmlns:a16="http://schemas.microsoft.com/office/drawing/2014/main" id="{61CD5F13-D2F3-6DA0-0F99-55D5E16E5F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2">
            <a:extLst>
              <a:ext uri="{FF2B5EF4-FFF2-40B4-BE49-F238E27FC236}">
                <a16:creationId xmlns:a16="http://schemas.microsoft.com/office/drawing/2014/main" id="{9020B922-FBB4-33FB-5BB3-9D8496C28EF1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Oval 23">
            <a:extLst>
              <a:ext uri="{FF2B5EF4-FFF2-40B4-BE49-F238E27FC236}">
                <a16:creationId xmlns:a16="http://schemas.microsoft.com/office/drawing/2014/main" id="{205AE157-CEAD-018D-5D2C-C6AE39EE0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4">
            <a:extLst>
              <a:ext uri="{FF2B5EF4-FFF2-40B4-BE49-F238E27FC236}">
                <a16:creationId xmlns:a16="http://schemas.microsoft.com/office/drawing/2014/main" id="{B407CE30-0587-0300-1E79-C63B212E16F9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Oval 25">
            <a:extLst>
              <a:ext uri="{FF2B5EF4-FFF2-40B4-BE49-F238E27FC236}">
                <a16:creationId xmlns:a16="http://schemas.microsoft.com/office/drawing/2014/main" id="{9F0A1679-09FF-9CEB-954F-AB06719843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6">
            <a:extLst>
              <a:ext uri="{FF2B5EF4-FFF2-40B4-BE49-F238E27FC236}">
                <a16:creationId xmlns:a16="http://schemas.microsoft.com/office/drawing/2014/main" id="{EB73DE63-FFB9-0649-54FF-646185BFD3A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Oval 27">
            <a:extLst>
              <a:ext uri="{FF2B5EF4-FFF2-40B4-BE49-F238E27FC236}">
                <a16:creationId xmlns:a16="http://schemas.microsoft.com/office/drawing/2014/main" id="{08B0119C-4F73-B897-ABDB-D9FC4CF2A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8">
            <a:extLst>
              <a:ext uri="{FF2B5EF4-FFF2-40B4-BE49-F238E27FC236}">
                <a16:creationId xmlns:a16="http://schemas.microsoft.com/office/drawing/2014/main" id="{DA8C6EF3-7BC6-3962-D236-1CB914C9FF00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Oval 29">
            <a:extLst>
              <a:ext uri="{FF2B5EF4-FFF2-40B4-BE49-F238E27FC236}">
                <a16:creationId xmlns:a16="http://schemas.microsoft.com/office/drawing/2014/main" id="{CA856E63-EA8C-F626-52A4-8EE2B561E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30">
            <a:extLst>
              <a:ext uri="{FF2B5EF4-FFF2-40B4-BE49-F238E27FC236}">
                <a16:creationId xmlns:a16="http://schemas.microsoft.com/office/drawing/2014/main" id="{33E647C4-BBF9-3C51-15F7-C9BFDF0995C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4" name="Oval 31">
            <a:extLst>
              <a:ext uri="{FF2B5EF4-FFF2-40B4-BE49-F238E27FC236}">
                <a16:creationId xmlns:a16="http://schemas.microsoft.com/office/drawing/2014/main" id="{80E9D5DC-F56D-37C9-CB14-B0095C5EAD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5" name="Freeform 32">
            <a:extLst>
              <a:ext uri="{FF2B5EF4-FFF2-40B4-BE49-F238E27FC236}">
                <a16:creationId xmlns:a16="http://schemas.microsoft.com/office/drawing/2014/main" id="{22B74862-A50A-05A6-BB7F-306987C70898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FDABC8-264F-6E44-257F-714193AAC77E}"/>
              </a:ext>
            </a:extLst>
          </p:cNvPr>
          <p:cNvSpPr txBox="1"/>
          <p:nvPr/>
        </p:nvSpPr>
        <p:spPr>
          <a:xfrm>
            <a:off x="846138" y="294432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EB642F4-4ED5-46FC-8568-84B22635A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110" y="3272836"/>
            <a:ext cx="180622" cy="214489"/>
          </a:xfrm>
          <a:prstGeom prst="rect">
            <a:avLst/>
          </a:prstGeom>
        </p:spPr>
      </p:pic>
      <p:sp>
        <p:nvSpPr>
          <p:cNvPr id="41" name="제목 40">
            <a:extLst>
              <a:ext uri="{FF2B5EF4-FFF2-40B4-BE49-F238E27FC236}">
                <a16:creationId xmlns:a16="http://schemas.microsoft.com/office/drawing/2014/main" id="{7BCB3D63-3602-1F31-6723-198DD0B86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77176DD2-DE3C-16CB-D9AC-03388BB1B7C8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4076" y="5940540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791466-B04B-C470-DF10-1011D3FFE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291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6" name="Freeform 6">
            <a:extLst>
              <a:ext uri="{FF2B5EF4-FFF2-40B4-BE49-F238E27FC236}">
                <a16:creationId xmlns:a16="http://schemas.microsoft.com/office/drawing/2014/main" id="{D53A373E-ECCD-0035-4B44-D99E285B30F1}"/>
              </a:ext>
            </a:extLst>
          </p:cNvPr>
          <p:cNvSpPr>
            <a:spLocks noEditPoints="1"/>
          </p:cNvSpPr>
          <p:nvPr/>
        </p:nvSpPr>
        <p:spPr bwMode="auto">
          <a:xfrm>
            <a:off x="29940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8" name="Oval 7">
            <a:extLst>
              <a:ext uri="{FF2B5EF4-FFF2-40B4-BE49-F238E27FC236}">
                <a16:creationId xmlns:a16="http://schemas.microsoft.com/office/drawing/2014/main" id="{F911A607-B576-C44C-EF02-CC5AAAFFA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896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9" name="Freeform 8">
            <a:extLst>
              <a:ext uri="{FF2B5EF4-FFF2-40B4-BE49-F238E27FC236}">
                <a16:creationId xmlns:a16="http://schemas.microsoft.com/office/drawing/2014/main" id="{4D502453-1FC6-6E04-9963-EE8C8BC1EE70}"/>
              </a:ext>
            </a:extLst>
          </p:cNvPr>
          <p:cNvSpPr>
            <a:spLocks noEditPoints="1"/>
          </p:cNvSpPr>
          <p:nvPr/>
        </p:nvSpPr>
        <p:spPr bwMode="auto">
          <a:xfrm>
            <a:off x="4410076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2" name="Oval 9">
            <a:extLst>
              <a:ext uri="{FF2B5EF4-FFF2-40B4-BE49-F238E27FC236}">
                <a16:creationId xmlns:a16="http://schemas.microsoft.com/office/drawing/2014/main" id="{7D573B98-5182-3BA7-DDA2-6CA7FBC46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076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3" name="Freeform 10">
            <a:extLst>
              <a:ext uri="{FF2B5EF4-FFF2-40B4-BE49-F238E27FC236}">
                <a16:creationId xmlns:a16="http://schemas.microsoft.com/office/drawing/2014/main" id="{948985C5-D936-1D3D-CA60-ECA3D745C88B}"/>
              </a:ext>
            </a:extLst>
          </p:cNvPr>
          <p:cNvSpPr>
            <a:spLocks noEditPoints="1"/>
          </p:cNvSpPr>
          <p:nvPr/>
        </p:nvSpPr>
        <p:spPr bwMode="auto">
          <a:xfrm>
            <a:off x="862014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4" name="Oval 11">
            <a:extLst>
              <a:ext uri="{FF2B5EF4-FFF2-40B4-BE49-F238E27FC236}">
                <a16:creationId xmlns:a16="http://schemas.microsoft.com/office/drawing/2014/main" id="{F3D0CEBF-22F3-1243-2C2C-0D9F8A105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74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5" name="Freeform 12">
            <a:extLst>
              <a:ext uri="{FF2B5EF4-FFF2-40B4-BE49-F238E27FC236}">
                <a16:creationId xmlns:a16="http://schemas.microsoft.com/office/drawing/2014/main" id="{871BC1C1-0E6D-DB41-C065-5344F359F1B7}"/>
              </a:ext>
            </a:extLst>
          </p:cNvPr>
          <p:cNvSpPr>
            <a:spLocks noEditPoints="1"/>
          </p:cNvSpPr>
          <p:nvPr/>
        </p:nvSpPr>
        <p:spPr bwMode="auto">
          <a:xfrm>
            <a:off x="10953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6" name="Oval 13">
            <a:extLst>
              <a:ext uri="{FF2B5EF4-FFF2-40B4-BE49-F238E27FC236}">
                <a16:creationId xmlns:a16="http://schemas.microsoft.com/office/drawing/2014/main" id="{96E76262-80FA-CB44-597F-E80A645428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489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CAE58A60-A0B5-80F3-37FF-10D764233632}"/>
              </a:ext>
            </a:extLst>
          </p:cNvPr>
          <p:cNvSpPr>
            <a:spLocks noEditPoints="1"/>
          </p:cNvSpPr>
          <p:nvPr/>
        </p:nvSpPr>
        <p:spPr bwMode="auto">
          <a:xfrm>
            <a:off x="136683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8" name="Oval 15">
            <a:extLst>
              <a:ext uri="{FF2B5EF4-FFF2-40B4-BE49-F238E27FC236}">
                <a16:creationId xmlns:a16="http://schemas.microsoft.com/office/drawing/2014/main" id="{50A15894-0B9B-DA65-D7A0-8624F126E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0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9" name="Freeform 16">
            <a:extLst>
              <a:ext uri="{FF2B5EF4-FFF2-40B4-BE49-F238E27FC236}">
                <a16:creationId xmlns:a16="http://schemas.microsoft.com/office/drawing/2014/main" id="{770BA97B-6061-1817-E67C-044FA69E4A9D}"/>
              </a:ext>
            </a:extLst>
          </p:cNvPr>
          <p:cNvSpPr>
            <a:spLocks noEditPoints="1"/>
          </p:cNvSpPr>
          <p:nvPr/>
        </p:nvSpPr>
        <p:spPr bwMode="auto">
          <a:xfrm>
            <a:off x="16510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0" name="Oval 17">
            <a:extLst>
              <a:ext uri="{FF2B5EF4-FFF2-40B4-BE49-F238E27FC236}">
                <a16:creationId xmlns:a16="http://schemas.microsoft.com/office/drawing/2014/main" id="{CB8EFB15-C997-0315-4B4C-75EE39396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13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1" name="Freeform 18">
            <a:extLst>
              <a:ext uri="{FF2B5EF4-FFF2-40B4-BE49-F238E27FC236}">
                <a16:creationId xmlns:a16="http://schemas.microsoft.com/office/drawing/2014/main" id="{F0A22E89-3320-F6E5-8887-3D396F0E195B}"/>
              </a:ext>
            </a:extLst>
          </p:cNvPr>
          <p:cNvSpPr>
            <a:spLocks noEditPoints="1"/>
          </p:cNvSpPr>
          <p:nvPr/>
        </p:nvSpPr>
        <p:spPr bwMode="auto">
          <a:xfrm>
            <a:off x="1917701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2" name="Oval 19">
            <a:extLst>
              <a:ext uri="{FF2B5EF4-FFF2-40B4-BE49-F238E27FC236}">
                <a16:creationId xmlns:a16="http://schemas.microsoft.com/office/drawing/2014/main" id="{82EAE3F0-C426-46A3-74D0-E8A291D73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18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3" name="Freeform 20">
            <a:extLst>
              <a:ext uri="{FF2B5EF4-FFF2-40B4-BE49-F238E27FC236}">
                <a16:creationId xmlns:a16="http://schemas.microsoft.com/office/drawing/2014/main" id="{7AD0F716-F0C8-7077-4EAD-98734DBFE8DA}"/>
              </a:ext>
            </a:extLst>
          </p:cNvPr>
          <p:cNvSpPr>
            <a:spLocks noEditPoints="1"/>
          </p:cNvSpPr>
          <p:nvPr/>
        </p:nvSpPr>
        <p:spPr bwMode="auto">
          <a:xfrm>
            <a:off x="22098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4" name="Oval 21">
            <a:extLst>
              <a:ext uri="{FF2B5EF4-FFF2-40B4-BE49-F238E27FC236}">
                <a16:creationId xmlns:a16="http://schemas.microsoft.com/office/drawing/2014/main" id="{46289EF4-E2BD-05B8-9D37-8D77F340C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93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5" name="Freeform 22">
            <a:extLst>
              <a:ext uri="{FF2B5EF4-FFF2-40B4-BE49-F238E27FC236}">
                <a16:creationId xmlns:a16="http://schemas.microsoft.com/office/drawing/2014/main" id="{5B312B81-ABEA-3FBD-333F-2EE8AC7FC67A}"/>
              </a:ext>
            </a:extLst>
          </p:cNvPr>
          <p:cNvSpPr>
            <a:spLocks noEditPoints="1"/>
          </p:cNvSpPr>
          <p:nvPr/>
        </p:nvSpPr>
        <p:spPr bwMode="auto">
          <a:xfrm>
            <a:off x="2525714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6" name="Oval 23">
            <a:extLst>
              <a:ext uri="{FF2B5EF4-FFF2-40B4-BE49-F238E27FC236}">
                <a16:creationId xmlns:a16="http://schemas.microsoft.com/office/drawing/2014/main" id="{DE592E23-114C-A653-0054-3973752E6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57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7" name="Freeform 24">
            <a:extLst>
              <a:ext uri="{FF2B5EF4-FFF2-40B4-BE49-F238E27FC236}">
                <a16:creationId xmlns:a16="http://schemas.microsoft.com/office/drawing/2014/main" id="{75BE5BC7-44D3-D5CA-62BD-08376FF7784E}"/>
              </a:ext>
            </a:extLst>
          </p:cNvPr>
          <p:cNvSpPr>
            <a:spLocks noEditPoints="1"/>
          </p:cNvSpPr>
          <p:nvPr/>
        </p:nvSpPr>
        <p:spPr bwMode="auto">
          <a:xfrm>
            <a:off x="27336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8" name="Oval 25">
            <a:extLst>
              <a:ext uri="{FF2B5EF4-FFF2-40B4-BE49-F238E27FC236}">
                <a16:creationId xmlns:a16="http://schemas.microsoft.com/office/drawing/2014/main" id="{EB71ECAC-E2CB-D30E-80A8-F07FC02E9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02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9" name="Freeform 26">
            <a:extLst>
              <a:ext uri="{FF2B5EF4-FFF2-40B4-BE49-F238E27FC236}">
                <a16:creationId xmlns:a16="http://schemas.microsoft.com/office/drawing/2014/main" id="{8CDE0D09-FCAC-C1AD-3FFE-AA36AB8EA51C}"/>
              </a:ext>
            </a:extLst>
          </p:cNvPr>
          <p:cNvSpPr>
            <a:spLocks noEditPoints="1"/>
          </p:cNvSpPr>
          <p:nvPr/>
        </p:nvSpPr>
        <p:spPr bwMode="auto">
          <a:xfrm>
            <a:off x="327818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0" name="Oval 27">
            <a:extLst>
              <a:ext uri="{FF2B5EF4-FFF2-40B4-BE49-F238E27FC236}">
                <a16:creationId xmlns:a16="http://schemas.microsoft.com/office/drawing/2014/main" id="{B3FB1FB1-256A-CB6F-1B76-B4301B391F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060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1" name="Freeform 28">
            <a:extLst>
              <a:ext uri="{FF2B5EF4-FFF2-40B4-BE49-F238E27FC236}">
                <a16:creationId xmlns:a16="http://schemas.microsoft.com/office/drawing/2014/main" id="{E1C08CE9-CD84-8BEA-9B18-BDC342BD42DD}"/>
              </a:ext>
            </a:extLst>
          </p:cNvPr>
          <p:cNvSpPr>
            <a:spLocks noEditPoints="1"/>
          </p:cNvSpPr>
          <p:nvPr/>
        </p:nvSpPr>
        <p:spPr bwMode="auto">
          <a:xfrm>
            <a:off x="353853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2" name="Oval 29">
            <a:extLst>
              <a:ext uri="{FF2B5EF4-FFF2-40B4-BE49-F238E27FC236}">
                <a16:creationId xmlns:a16="http://schemas.microsoft.com/office/drawing/2014/main" id="{8E2C3364-FF8C-30FB-AA4D-BC123BCA3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428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3" name="Freeform 30">
            <a:extLst>
              <a:ext uri="{FF2B5EF4-FFF2-40B4-BE49-F238E27FC236}">
                <a16:creationId xmlns:a16="http://schemas.microsoft.com/office/drawing/2014/main" id="{ADD28CE2-1AD4-45DD-6BA3-613A7479B2EB}"/>
              </a:ext>
            </a:extLst>
          </p:cNvPr>
          <p:cNvSpPr>
            <a:spLocks noEditPoints="1"/>
          </p:cNvSpPr>
          <p:nvPr/>
        </p:nvSpPr>
        <p:spPr bwMode="auto">
          <a:xfrm>
            <a:off x="38322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4" name="Oval 31">
            <a:extLst>
              <a:ext uri="{FF2B5EF4-FFF2-40B4-BE49-F238E27FC236}">
                <a16:creationId xmlns:a16="http://schemas.microsoft.com/office/drawing/2014/main" id="{BFA6F93E-49CC-EE95-877A-4D54253CD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73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5" name="Freeform 32">
            <a:extLst>
              <a:ext uri="{FF2B5EF4-FFF2-40B4-BE49-F238E27FC236}">
                <a16:creationId xmlns:a16="http://schemas.microsoft.com/office/drawing/2014/main" id="{C142B30D-8BEC-E89A-8A12-FD26AB190F21}"/>
              </a:ext>
            </a:extLst>
          </p:cNvPr>
          <p:cNvSpPr>
            <a:spLocks noEditPoints="1"/>
          </p:cNvSpPr>
          <p:nvPr/>
        </p:nvSpPr>
        <p:spPr bwMode="auto">
          <a:xfrm>
            <a:off x="410368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588F4D-8A77-CC4E-ED2D-3C370F36695C}"/>
              </a:ext>
            </a:extLst>
          </p:cNvPr>
          <p:cNvSpPr txBox="1"/>
          <p:nvPr/>
        </p:nvSpPr>
        <p:spPr>
          <a:xfrm>
            <a:off x="857251" y="564482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36413604-4E27-8123-BF38-C723F4991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10" y="5948478"/>
            <a:ext cx="180622" cy="214489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DB71EABE-421D-C7D1-4120-A5BCBB8A7F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53" y="2413720"/>
            <a:ext cx="3714044" cy="180622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15CA30DD-5E7E-5271-73B8-F3CB40DF4D1E}"/>
              </a:ext>
            </a:extLst>
          </p:cNvPr>
          <p:cNvSpPr txBox="1"/>
          <p:nvPr/>
        </p:nvSpPr>
        <p:spPr>
          <a:xfrm>
            <a:off x="846138" y="208324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DB69A78B-9FF0-0CD2-F341-9CD60C41A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8110" y="2413720"/>
            <a:ext cx="180622" cy="214489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E30B0F8C-0BC7-AEBF-FD13-828F40A3A81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79" name="AutoShape 34">
            <a:extLst>
              <a:ext uri="{FF2B5EF4-FFF2-40B4-BE49-F238E27FC236}">
                <a16:creationId xmlns:a16="http://schemas.microsoft.com/office/drawing/2014/main" id="{7DC1A6AD-69AC-8895-FC12-B8FE6509A119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503686"/>
            <a:ext cx="3714750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0" name="Oval 36">
            <a:extLst>
              <a:ext uri="{FF2B5EF4-FFF2-40B4-BE49-F238E27FC236}">
                <a16:creationId xmlns:a16="http://schemas.microsoft.com/office/drawing/2014/main" id="{C412782D-F3AE-7BAA-9BB2-BB3FE019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1" name="Freeform 37">
            <a:extLst>
              <a:ext uri="{FF2B5EF4-FFF2-40B4-BE49-F238E27FC236}">
                <a16:creationId xmlns:a16="http://schemas.microsoft.com/office/drawing/2014/main" id="{BF2110F7-EAFD-8CE5-8E50-A2A68D8382CF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2" name="Oval 38">
            <a:extLst>
              <a:ext uri="{FF2B5EF4-FFF2-40B4-BE49-F238E27FC236}">
                <a16:creationId xmlns:a16="http://schemas.microsoft.com/office/drawing/2014/main" id="{B52B164C-2F5E-7C11-14A5-CD843B03C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3" name="Freeform 39">
            <a:extLst>
              <a:ext uri="{FF2B5EF4-FFF2-40B4-BE49-F238E27FC236}">
                <a16:creationId xmlns:a16="http://schemas.microsoft.com/office/drawing/2014/main" id="{AC018BD2-0ED2-3377-E61F-A8AF5C690905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4" name="Oval 40">
            <a:extLst>
              <a:ext uri="{FF2B5EF4-FFF2-40B4-BE49-F238E27FC236}">
                <a16:creationId xmlns:a16="http://schemas.microsoft.com/office/drawing/2014/main" id="{45D970CC-5DAD-7D63-5638-45F17734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5" name="Freeform 41">
            <a:extLst>
              <a:ext uri="{FF2B5EF4-FFF2-40B4-BE49-F238E27FC236}">
                <a16:creationId xmlns:a16="http://schemas.microsoft.com/office/drawing/2014/main" id="{E33B02D8-DFD5-53E9-6F6A-E8289DF20C56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6" name="Oval 42">
            <a:extLst>
              <a:ext uri="{FF2B5EF4-FFF2-40B4-BE49-F238E27FC236}">
                <a16:creationId xmlns:a16="http://schemas.microsoft.com/office/drawing/2014/main" id="{5DDE849D-3C8D-D5A5-1571-8304D256A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7" name="Freeform 43">
            <a:extLst>
              <a:ext uri="{FF2B5EF4-FFF2-40B4-BE49-F238E27FC236}">
                <a16:creationId xmlns:a16="http://schemas.microsoft.com/office/drawing/2014/main" id="{D3832BB1-1EF1-E664-A275-921830F559E4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8" name="Oval 44">
            <a:extLst>
              <a:ext uri="{FF2B5EF4-FFF2-40B4-BE49-F238E27FC236}">
                <a16:creationId xmlns:a16="http://schemas.microsoft.com/office/drawing/2014/main" id="{755EC5D5-5C3C-B396-7409-A1D0B20F1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9" name="Freeform 45">
            <a:extLst>
              <a:ext uri="{FF2B5EF4-FFF2-40B4-BE49-F238E27FC236}">
                <a16:creationId xmlns:a16="http://schemas.microsoft.com/office/drawing/2014/main" id="{F7483330-4268-B844-EFA0-913361908647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0" name="Oval 46">
            <a:extLst>
              <a:ext uri="{FF2B5EF4-FFF2-40B4-BE49-F238E27FC236}">
                <a16:creationId xmlns:a16="http://schemas.microsoft.com/office/drawing/2014/main" id="{0D1EB87D-8752-BA72-6D80-3526518EC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1" name="Freeform 47">
            <a:extLst>
              <a:ext uri="{FF2B5EF4-FFF2-40B4-BE49-F238E27FC236}">
                <a16:creationId xmlns:a16="http://schemas.microsoft.com/office/drawing/2014/main" id="{D8B06A5E-DF07-2A8D-7558-C7053B5495A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2" name="Oval 48">
            <a:extLst>
              <a:ext uri="{FF2B5EF4-FFF2-40B4-BE49-F238E27FC236}">
                <a16:creationId xmlns:a16="http://schemas.microsoft.com/office/drawing/2014/main" id="{FB1E99F2-DF40-E2CB-ADB2-DB977B43A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3" name="Freeform 49">
            <a:extLst>
              <a:ext uri="{FF2B5EF4-FFF2-40B4-BE49-F238E27FC236}">
                <a16:creationId xmlns:a16="http://schemas.microsoft.com/office/drawing/2014/main" id="{0BBEEEB7-58C8-5FA0-0A14-9DFA55E45086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4" name="Oval 50">
            <a:extLst>
              <a:ext uri="{FF2B5EF4-FFF2-40B4-BE49-F238E27FC236}">
                <a16:creationId xmlns:a16="http://schemas.microsoft.com/office/drawing/2014/main" id="{CF0C72D3-3087-C757-4EDA-108B36FB8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5" name="Freeform 51">
            <a:extLst>
              <a:ext uri="{FF2B5EF4-FFF2-40B4-BE49-F238E27FC236}">
                <a16:creationId xmlns:a16="http://schemas.microsoft.com/office/drawing/2014/main" id="{89444D3B-97D4-A9CF-C4A0-70E105D4D240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6" name="Oval 52">
            <a:extLst>
              <a:ext uri="{FF2B5EF4-FFF2-40B4-BE49-F238E27FC236}">
                <a16:creationId xmlns:a16="http://schemas.microsoft.com/office/drawing/2014/main" id="{9F010FCB-0A34-5C6B-7DC1-EDEA3E775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7" name="Freeform 53">
            <a:extLst>
              <a:ext uri="{FF2B5EF4-FFF2-40B4-BE49-F238E27FC236}">
                <a16:creationId xmlns:a16="http://schemas.microsoft.com/office/drawing/2014/main" id="{5E4476C2-C034-5A5E-DC63-9C3930E10DDD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8" name="Oval 54">
            <a:extLst>
              <a:ext uri="{FF2B5EF4-FFF2-40B4-BE49-F238E27FC236}">
                <a16:creationId xmlns:a16="http://schemas.microsoft.com/office/drawing/2014/main" id="{19A27CFB-CD1A-83FC-D3AD-CB4931E8B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9" name="Freeform 55">
            <a:extLst>
              <a:ext uri="{FF2B5EF4-FFF2-40B4-BE49-F238E27FC236}">
                <a16:creationId xmlns:a16="http://schemas.microsoft.com/office/drawing/2014/main" id="{786E519C-BE47-75C8-B367-A7A0DE810977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0" name="Oval 56">
            <a:extLst>
              <a:ext uri="{FF2B5EF4-FFF2-40B4-BE49-F238E27FC236}">
                <a16:creationId xmlns:a16="http://schemas.microsoft.com/office/drawing/2014/main" id="{CF5DA462-BEC0-518F-F2A7-7E607B56E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1" name="Freeform 57">
            <a:extLst>
              <a:ext uri="{FF2B5EF4-FFF2-40B4-BE49-F238E27FC236}">
                <a16:creationId xmlns:a16="http://schemas.microsoft.com/office/drawing/2014/main" id="{A02B69BF-8AD8-C294-1938-21B0E563A63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2" name="Oval 58">
            <a:extLst>
              <a:ext uri="{FF2B5EF4-FFF2-40B4-BE49-F238E27FC236}">
                <a16:creationId xmlns:a16="http://schemas.microsoft.com/office/drawing/2014/main" id="{1FEDB5D4-DA79-BB06-1217-09B3F3DB6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3" name="Freeform 59">
            <a:extLst>
              <a:ext uri="{FF2B5EF4-FFF2-40B4-BE49-F238E27FC236}">
                <a16:creationId xmlns:a16="http://schemas.microsoft.com/office/drawing/2014/main" id="{7B81E887-A0B9-47A1-51BF-4807A76A4C42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4" name="Oval 60">
            <a:extLst>
              <a:ext uri="{FF2B5EF4-FFF2-40B4-BE49-F238E27FC236}">
                <a16:creationId xmlns:a16="http://schemas.microsoft.com/office/drawing/2014/main" id="{AA3A41A9-6C28-DDC4-412E-1BAE97DFA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5" name="Freeform 61">
            <a:extLst>
              <a:ext uri="{FF2B5EF4-FFF2-40B4-BE49-F238E27FC236}">
                <a16:creationId xmlns:a16="http://schemas.microsoft.com/office/drawing/2014/main" id="{EDA84B47-83B9-BF58-5E76-373FF129060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6" name="Oval 62">
            <a:extLst>
              <a:ext uri="{FF2B5EF4-FFF2-40B4-BE49-F238E27FC236}">
                <a16:creationId xmlns:a16="http://schemas.microsoft.com/office/drawing/2014/main" id="{26ED7734-510B-9B34-D325-C821CBEA6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7" name="Freeform 63">
            <a:extLst>
              <a:ext uri="{FF2B5EF4-FFF2-40B4-BE49-F238E27FC236}">
                <a16:creationId xmlns:a16="http://schemas.microsoft.com/office/drawing/2014/main" id="{80B569D5-8311-AC97-8754-AE28DE918962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9" name="그림 108">
            <a:extLst>
              <a:ext uri="{FF2B5EF4-FFF2-40B4-BE49-F238E27FC236}">
                <a16:creationId xmlns:a16="http://schemas.microsoft.com/office/drawing/2014/main" id="{5BDFEA06-50E4-18CA-151F-CFC7BD5C08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3834" y="1503686"/>
            <a:ext cx="180622" cy="214489"/>
          </a:xfrm>
          <a:prstGeom prst="rect">
            <a:avLst/>
          </a:prstGeom>
        </p:spPr>
      </p:pic>
      <p:sp>
        <p:nvSpPr>
          <p:cNvPr id="113" name="AutoShape 65">
            <a:extLst>
              <a:ext uri="{FF2B5EF4-FFF2-40B4-BE49-F238E27FC236}">
                <a16:creationId xmlns:a16="http://schemas.microsoft.com/office/drawing/2014/main" id="{73EA2883-E096-CC36-3E06-605DFB60ADF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46138" y="5123880"/>
            <a:ext cx="371316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4" name="Oval 67">
            <a:extLst>
              <a:ext uri="{FF2B5EF4-FFF2-40B4-BE49-F238E27FC236}">
                <a16:creationId xmlns:a16="http://schemas.microsoft.com/office/drawing/2014/main" id="{ED1BAE9D-25AF-B3F5-6D97-4D718769E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6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5" name="Freeform 68">
            <a:extLst>
              <a:ext uri="{FF2B5EF4-FFF2-40B4-BE49-F238E27FC236}">
                <a16:creationId xmlns:a16="http://schemas.microsoft.com/office/drawing/2014/main" id="{05A9A3F2-309F-3610-F67C-6AC9D1A55B75}"/>
              </a:ext>
            </a:extLst>
          </p:cNvPr>
          <p:cNvSpPr>
            <a:spLocks noEditPoints="1"/>
          </p:cNvSpPr>
          <p:nvPr/>
        </p:nvSpPr>
        <p:spPr bwMode="auto">
          <a:xfrm>
            <a:off x="298608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6" name="Oval 69">
            <a:extLst>
              <a:ext uri="{FF2B5EF4-FFF2-40B4-BE49-F238E27FC236}">
                <a16:creationId xmlns:a16="http://schemas.microsoft.com/office/drawing/2014/main" id="{568D8750-404F-6F74-8EB1-FE999A0CB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9438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7" name="Freeform 70">
            <a:extLst>
              <a:ext uri="{FF2B5EF4-FFF2-40B4-BE49-F238E27FC236}">
                <a16:creationId xmlns:a16="http://schemas.microsoft.com/office/drawing/2014/main" id="{1A21AB88-4A17-EEBA-88C3-12583F8F186B}"/>
              </a:ext>
            </a:extLst>
          </p:cNvPr>
          <p:cNvSpPr>
            <a:spLocks noEditPoints="1"/>
          </p:cNvSpPr>
          <p:nvPr/>
        </p:nvSpPr>
        <p:spPr bwMode="auto">
          <a:xfrm>
            <a:off x="440055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8" name="Oval 71">
            <a:extLst>
              <a:ext uri="{FF2B5EF4-FFF2-40B4-BE49-F238E27FC236}">
                <a16:creationId xmlns:a16="http://schemas.microsoft.com/office/drawing/2014/main" id="{DDA8D25E-0E19-3360-A187-0AFEB2A72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9" name="Freeform 72">
            <a:extLst>
              <a:ext uri="{FF2B5EF4-FFF2-40B4-BE49-F238E27FC236}">
                <a16:creationId xmlns:a16="http://schemas.microsoft.com/office/drawing/2014/main" id="{CA5BB695-1AC0-4527-D586-A6969B0C8398}"/>
              </a:ext>
            </a:extLst>
          </p:cNvPr>
          <p:cNvSpPr>
            <a:spLocks noEditPoints="1"/>
          </p:cNvSpPr>
          <p:nvPr/>
        </p:nvSpPr>
        <p:spPr bwMode="auto">
          <a:xfrm>
            <a:off x="8540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0" name="Oval 73">
            <a:extLst>
              <a:ext uri="{FF2B5EF4-FFF2-40B4-BE49-F238E27FC236}">
                <a16:creationId xmlns:a16="http://schemas.microsoft.com/office/drawing/2014/main" id="{698C5F2D-A145-0599-83C1-B00B0B819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1" name="Freeform 74">
            <a:extLst>
              <a:ext uri="{FF2B5EF4-FFF2-40B4-BE49-F238E27FC236}">
                <a16:creationId xmlns:a16="http://schemas.microsoft.com/office/drawing/2014/main" id="{F5751E92-BC1F-715E-61C1-242828CC9DA1}"/>
              </a:ext>
            </a:extLst>
          </p:cNvPr>
          <p:cNvSpPr>
            <a:spLocks noEditPoints="1"/>
          </p:cNvSpPr>
          <p:nvPr/>
        </p:nvSpPr>
        <p:spPr bwMode="auto">
          <a:xfrm>
            <a:off x="10874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2" name="Oval 75">
            <a:extLst>
              <a:ext uri="{FF2B5EF4-FFF2-40B4-BE49-F238E27FC236}">
                <a16:creationId xmlns:a16="http://schemas.microsoft.com/office/drawing/2014/main" id="{014629F3-86CC-D8A6-3C85-19F30E5A5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963" y="5123880"/>
            <a:ext cx="174625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3" name="Freeform 76">
            <a:extLst>
              <a:ext uri="{FF2B5EF4-FFF2-40B4-BE49-F238E27FC236}">
                <a16:creationId xmlns:a16="http://schemas.microsoft.com/office/drawing/2014/main" id="{68ACCE25-D2CD-F2F8-7C4F-243F44A1F908}"/>
              </a:ext>
            </a:extLst>
          </p:cNvPr>
          <p:cNvSpPr>
            <a:spLocks noEditPoints="1"/>
          </p:cNvSpPr>
          <p:nvPr/>
        </p:nvSpPr>
        <p:spPr bwMode="auto">
          <a:xfrm>
            <a:off x="13589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4" name="Oval 77">
            <a:extLst>
              <a:ext uri="{FF2B5EF4-FFF2-40B4-BE49-F238E27FC236}">
                <a16:creationId xmlns:a16="http://schemas.microsoft.com/office/drawing/2014/main" id="{FE92AD27-6BE6-27B1-D344-14F041CB7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5" name="Freeform 78">
            <a:extLst>
              <a:ext uri="{FF2B5EF4-FFF2-40B4-BE49-F238E27FC236}">
                <a16:creationId xmlns:a16="http://schemas.microsoft.com/office/drawing/2014/main" id="{DC085621-C867-8B72-68B1-799A2D9C7D05}"/>
              </a:ext>
            </a:extLst>
          </p:cNvPr>
          <p:cNvSpPr>
            <a:spLocks noEditPoints="1"/>
          </p:cNvSpPr>
          <p:nvPr/>
        </p:nvSpPr>
        <p:spPr bwMode="auto">
          <a:xfrm>
            <a:off x="16414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6" name="Oval 79">
            <a:extLst>
              <a:ext uri="{FF2B5EF4-FFF2-40B4-BE49-F238E27FC236}">
                <a16:creationId xmlns:a16="http://schemas.microsoft.com/office/drawing/2014/main" id="{45CCB2DD-A774-128D-C15B-7422E21B6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18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7" name="Freeform 80">
            <a:extLst>
              <a:ext uri="{FF2B5EF4-FFF2-40B4-BE49-F238E27FC236}">
                <a16:creationId xmlns:a16="http://schemas.microsoft.com/office/drawing/2014/main" id="{23E9685C-D227-2ECD-683D-C097549CC52C}"/>
              </a:ext>
            </a:extLst>
          </p:cNvPr>
          <p:cNvSpPr>
            <a:spLocks noEditPoints="1"/>
          </p:cNvSpPr>
          <p:nvPr/>
        </p:nvSpPr>
        <p:spPr bwMode="auto">
          <a:xfrm>
            <a:off x="1909763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8" name="Oval 81">
            <a:extLst>
              <a:ext uri="{FF2B5EF4-FFF2-40B4-BE49-F238E27FC236}">
                <a16:creationId xmlns:a16="http://schemas.microsoft.com/office/drawing/2014/main" id="{70B539A9-452E-519D-28C4-7FB41A094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23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9" name="Freeform 82">
            <a:extLst>
              <a:ext uri="{FF2B5EF4-FFF2-40B4-BE49-F238E27FC236}">
                <a16:creationId xmlns:a16="http://schemas.microsoft.com/office/drawing/2014/main" id="{D0101A69-6B99-7D1C-81A0-D48B04A0DFB3}"/>
              </a:ext>
            </a:extLst>
          </p:cNvPr>
          <p:cNvSpPr>
            <a:spLocks noEditPoints="1"/>
          </p:cNvSpPr>
          <p:nvPr/>
        </p:nvSpPr>
        <p:spPr bwMode="auto">
          <a:xfrm>
            <a:off x="22002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0" name="Oval 83">
            <a:extLst>
              <a:ext uri="{FF2B5EF4-FFF2-40B4-BE49-F238E27FC236}">
                <a16:creationId xmlns:a16="http://schemas.microsoft.com/office/drawing/2014/main" id="{2C7A1880-D997-2743-7F08-5349313514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98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1" name="Freeform 84">
            <a:extLst>
              <a:ext uri="{FF2B5EF4-FFF2-40B4-BE49-F238E27FC236}">
                <a16:creationId xmlns:a16="http://schemas.microsoft.com/office/drawing/2014/main" id="{C5587BEA-60F7-05C9-7025-23059D37ECB5}"/>
              </a:ext>
            </a:extLst>
          </p:cNvPr>
          <p:cNvSpPr>
            <a:spLocks noEditPoints="1"/>
          </p:cNvSpPr>
          <p:nvPr/>
        </p:nvSpPr>
        <p:spPr bwMode="auto">
          <a:xfrm>
            <a:off x="25177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2" name="Oval 85">
            <a:extLst>
              <a:ext uri="{FF2B5EF4-FFF2-40B4-BE49-F238E27FC236}">
                <a16:creationId xmlns:a16="http://schemas.microsoft.com/office/drawing/2014/main" id="{02A15D79-BE99-F354-C2C2-0E0F6B40D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3" name="Freeform 86">
            <a:extLst>
              <a:ext uri="{FF2B5EF4-FFF2-40B4-BE49-F238E27FC236}">
                <a16:creationId xmlns:a16="http://schemas.microsoft.com/office/drawing/2014/main" id="{8C36AB93-4FAE-C113-834E-14F89A004FF6}"/>
              </a:ext>
            </a:extLst>
          </p:cNvPr>
          <p:cNvSpPr>
            <a:spLocks noEditPoints="1"/>
          </p:cNvSpPr>
          <p:nvPr/>
        </p:nvSpPr>
        <p:spPr bwMode="auto">
          <a:xfrm>
            <a:off x="27257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4" name="Oval 87">
            <a:extLst>
              <a:ext uri="{FF2B5EF4-FFF2-40B4-BE49-F238E27FC236}">
                <a16:creationId xmlns:a16="http://schemas.microsoft.com/office/drawing/2014/main" id="{3C54FF1D-9A92-83BB-3CC3-9AC5A7215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5" name="Freeform 88">
            <a:extLst>
              <a:ext uri="{FF2B5EF4-FFF2-40B4-BE49-F238E27FC236}">
                <a16:creationId xmlns:a16="http://schemas.microsoft.com/office/drawing/2014/main" id="{00C197EC-A95E-2EBE-5BD9-8B5E70D15F23}"/>
              </a:ext>
            </a:extLst>
          </p:cNvPr>
          <p:cNvSpPr>
            <a:spLocks noEditPoints="1"/>
          </p:cNvSpPr>
          <p:nvPr/>
        </p:nvSpPr>
        <p:spPr bwMode="auto">
          <a:xfrm>
            <a:off x="326866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6" name="Oval 89">
            <a:extLst>
              <a:ext uri="{FF2B5EF4-FFF2-40B4-BE49-F238E27FC236}">
                <a16:creationId xmlns:a16="http://schemas.microsoft.com/office/drawing/2014/main" id="{8A02FA9F-D56C-0A69-6E52-354E534F6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107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7" name="Freeform 90">
            <a:extLst>
              <a:ext uri="{FF2B5EF4-FFF2-40B4-BE49-F238E27FC236}">
                <a16:creationId xmlns:a16="http://schemas.microsoft.com/office/drawing/2014/main" id="{3BA07A55-D851-2ADE-59D9-6E03A0CE2A05}"/>
              </a:ext>
            </a:extLst>
          </p:cNvPr>
          <p:cNvSpPr>
            <a:spLocks noEditPoints="1"/>
          </p:cNvSpPr>
          <p:nvPr/>
        </p:nvSpPr>
        <p:spPr bwMode="auto">
          <a:xfrm>
            <a:off x="352901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8" name="Oval 91">
            <a:extLst>
              <a:ext uri="{FF2B5EF4-FFF2-40B4-BE49-F238E27FC236}">
                <a16:creationId xmlns:a16="http://schemas.microsoft.com/office/drawing/2014/main" id="{423FA495-FDFB-510C-1DF3-3F9369FA6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9" name="Freeform 92">
            <a:extLst>
              <a:ext uri="{FF2B5EF4-FFF2-40B4-BE49-F238E27FC236}">
                <a16:creationId xmlns:a16="http://schemas.microsoft.com/office/drawing/2014/main" id="{417136AB-6720-6B8D-82F6-C8BFE56D1318}"/>
              </a:ext>
            </a:extLst>
          </p:cNvPr>
          <p:cNvSpPr>
            <a:spLocks noEditPoints="1"/>
          </p:cNvSpPr>
          <p:nvPr/>
        </p:nvSpPr>
        <p:spPr bwMode="auto">
          <a:xfrm>
            <a:off x="38227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0" name="Oval 93">
            <a:extLst>
              <a:ext uri="{FF2B5EF4-FFF2-40B4-BE49-F238E27FC236}">
                <a16:creationId xmlns:a16="http://schemas.microsoft.com/office/drawing/2014/main" id="{7BCFF8BF-5B0B-6E1F-5513-540E3768D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1" name="Freeform 94">
            <a:extLst>
              <a:ext uri="{FF2B5EF4-FFF2-40B4-BE49-F238E27FC236}">
                <a16:creationId xmlns:a16="http://schemas.microsoft.com/office/drawing/2014/main" id="{8AD3459C-751B-D19A-6F82-33F5F894949C}"/>
              </a:ext>
            </a:extLst>
          </p:cNvPr>
          <p:cNvSpPr>
            <a:spLocks noEditPoints="1"/>
          </p:cNvSpPr>
          <p:nvPr/>
        </p:nvSpPr>
        <p:spPr bwMode="auto">
          <a:xfrm>
            <a:off x="4095751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3C14A44-A8E1-D17D-20EC-35763715D27B}"/>
              </a:ext>
            </a:extLst>
          </p:cNvPr>
          <p:cNvSpPr txBox="1"/>
          <p:nvPr/>
        </p:nvSpPr>
        <p:spPr>
          <a:xfrm>
            <a:off x="846138" y="480769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188013-6A55-8CBE-3473-88B3371D8173}"/>
              </a:ext>
            </a:extLst>
          </p:cNvPr>
          <p:cNvSpPr txBox="1"/>
          <p:nvPr/>
        </p:nvSpPr>
        <p:spPr>
          <a:xfrm>
            <a:off x="846138" y="3893215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pic>
        <p:nvPicPr>
          <p:cNvPr id="145" name="그림 144">
            <a:extLst>
              <a:ext uri="{FF2B5EF4-FFF2-40B4-BE49-F238E27FC236}">
                <a16:creationId xmlns:a16="http://schemas.microsoft.com/office/drawing/2014/main" id="{CA6D0931-E2A5-5C96-886F-BDAA2E8D4D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8110" y="5139825"/>
            <a:ext cx="180622" cy="214489"/>
          </a:xfrm>
          <a:prstGeom prst="rect">
            <a:avLst/>
          </a:prstGeom>
        </p:spPr>
      </p:pic>
      <p:sp>
        <p:nvSpPr>
          <p:cNvPr id="149" name="AutoShape 96">
            <a:extLst>
              <a:ext uri="{FF2B5EF4-FFF2-40B4-BE49-F238E27FC236}">
                <a16:creationId xmlns:a16="http://schemas.microsoft.com/office/drawing/2014/main" id="{BD17E3A8-986C-90D5-FC09-276A11BF1C9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7250" y="4284011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0" name="Oval 98">
            <a:extLst>
              <a:ext uri="{FF2B5EF4-FFF2-40B4-BE49-F238E27FC236}">
                <a16:creationId xmlns:a16="http://schemas.microsoft.com/office/drawing/2014/main" id="{81971C87-C2E1-C152-89A6-0BD04378A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608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1" name="Freeform 99">
            <a:extLst>
              <a:ext uri="{FF2B5EF4-FFF2-40B4-BE49-F238E27FC236}">
                <a16:creationId xmlns:a16="http://schemas.microsoft.com/office/drawing/2014/main" id="{979B8315-37C4-0AB8-DEE4-34FBA0031B0B}"/>
              </a:ext>
            </a:extLst>
          </p:cNvPr>
          <p:cNvSpPr>
            <a:spLocks noEditPoints="1"/>
          </p:cNvSpPr>
          <p:nvPr/>
        </p:nvSpPr>
        <p:spPr bwMode="auto">
          <a:xfrm>
            <a:off x="29972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2" name="Oval 100">
            <a:extLst>
              <a:ext uri="{FF2B5EF4-FFF2-40B4-BE49-F238E27FC236}">
                <a16:creationId xmlns:a16="http://schemas.microsoft.com/office/drawing/2014/main" id="{8454219E-8E09-D269-8394-DE69F7EDF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" name="Freeform 101">
            <a:extLst>
              <a:ext uri="{FF2B5EF4-FFF2-40B4-BE49-F238E27FC236}">
                <a16:creationId xmlns:a16="http://schemas.microsoft.com/office/drawing/2014/main" id="{9B421E39-673C-91F1-3DBF-5237BA9171F5}"/>
              </a:ext>
            </a:extLst>
          </p:cNvPr>
          <p:cNvSpPr>
            <a:spLocks noEditPoints="1"/>
          </p:cNvSpPr>
          <p:nvPr/>
        </p:nvSpPr>
        <p:spPr bwMode="auto">
          <a:xfrm>
            <a:off x="4413250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4" name="Oval 102">
            <a:extLst>
              <a:ext uri="{FF2B5EF4-FFF2-40B4-BE49-F238E27FC236}">
                <a16:creationId xmlns:a16="http://schemas.microsoft.com/office/drawing/2014/main" id="{3576A932-E123-8A58-7301-6A2F9A7A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50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5" name="Freeform 103">
            <a:extLst>
              <a:ext uri="{FF2B5EF4-FFF2-40B4-BE49-F238E27FC236}">
                <a16:creationId xmlns:a16="http://schemas.microsoft.com/office/drawing/2014/main" id="{244260E1-071A-105E-6B23-9258C57EF2F8}"/>
              </a:ext>
            </a:extLst>
          </p:cNvPr>
          <p:cNvSpPr>
            <a:spLocks noEditPoints="1"/>
          </p:cNvSpPr>
          <p:nvPr/>
        </p:nvSpPr>
        <p:spPr bwMode="auto">
          <a:xfrm>
            <a:off x="865188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6" name="Oval 104">
            <a:extLst>
              <a:ext uri="{FF2B5EF4-FFF2-40B4-BE49-F238E27FC236}">
                <a16:creationId xmlns:a16="http://schemas.microsoft.com/office/drawing/2014/main" id="{D603C1CB-ACD5-03E1-4A30-2AE17F6EE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06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7" name="Freeform 105">
            <a:extLst>
              <a:ext uri="{FF2B5EF4-FFF2-40B4-BE49-F238E27FC236}">
                <a16:creationId xmlns:a16="http://schemas.microsoft.com/office/drawing/2014/main" id="{C33C0695-E551-6AD8-9EAE-387F6CF48EAA}"/>
              </a:ext>
            </a:extLst>
          </p:cNvPr>
          <p:cNvSpPr>
            <a:spLocks noEditPoints="1"/>
          </p:cNvSpPr>
          <p:nvPr/>
        </p:nvSpPr>
        <p:spPr bwMode="auto">
          <a:xfrm>
            <a:off x="10985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8" name="Oval 106">
            <a:extLst>
              <a:ext uri="{FF2B5EF4-FFF2-40B4-BE49-F238E27FC236}">
                <a16:creationId xmlns:a16="http://schemas.microsoft.com/office/drawing/2014/main" id="{503DF63D-BACF-F383-017E-F8EA26E0A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3663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9" name="Freeform 107">
            <a:extLst>
              <a:ext uri="{FF2B5EF4-FFF2-40B4-BE49-F238E27FC236}">
                <a16:creationId xmlns:a16="http://schemas.microsoft.com/office/drawing/2014/main" id="{768BB9A2-84B8-FAC4-3F5F-D4B267D243E5}"/>
              </a:ext>
            </a:extLst>
          </p:cNvPr>
          <p:cNvSpPr>
            <a:spLocks noEditPoints="1"/>
          </p:cNvSpPr>
          <p:nvPr/>
        </p:nvSpPr>
        <p:spPr bwMode="auto">
          <a:xfrm>
            <a:off x="137001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0" name="Oval 108">
            <a:extLst>
              <a:ext uri="{FF2B5EF4-FFF2-40B4-BE49-F238E27FC236}">
                <a16:creationId xmlns:a16="http://schemas.microsoft.com/office/drawing/2014/main" id="{D2A90138-3847-6124-F6A6-A78FEAFF1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1" name="Freeform 109">
            <a:extLst>
              <a:ext uri="{FF2B5EF4-FFF2-40B4-BE49-F238E27FC236}">
                <a16:creationId xmlns:a16="http://schemas.microsoft.com/office/drawing/2014/main" id="{849C36CB-9E20-1A16-D829-038B0D21AEF8}"/>
              </a:ext>
            </a:extLst>
          </p:cNvPr>
          <p:cNvSpPr>
            <a:spLocks noEditPoints="1"/>
          </p:cNvSpPr>
          <p:nvPr/>
        </p:nvSpPr>
        <p:spPr bwMode="auto">
          <a:xfrm>
            <a:off x="16541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2" name="Oval 110">
            <a:extLst>
              <a:ext uri="{FF2B5EF4-FFF2-40B4-BE49-F238E27FC236}">
                <a16:creationId xmlns:a16="http://schemas.microsoft.com/office/drawing/2014/main" id="{DD9F6C82-232D-DB09-10CB-28759FFD8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45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3" name="Freeform 111">
            <a:extLst>
              <a:ext uri="{FF2B5EF4-FFF2-40B4-BE49-F238E27FC236}">
                <a16:creationId xmlns:a16="http://schemas.microsoft.com/office/drawing/2014/main" id="{B115A9DF-5803-4372-B1E9-E082D3985D3E}"/>
              </a:ext>
            </a:extLst>
          </p:cNvPr>
          <p:cNvSpPr>
            <a:spLocks noEditPoints="1"/>
          </p:cNvSpPr>
          <p:nvPr/>
        </p:nvSpPr>
        <p:spPr bwMode="auto">
          <a:xfrm>
            <a:off x="1920875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4" name="Oval 112">
            <a:extLst>
              <a:ext uri="{FF2B5EF4-FFF2-40B4-BE49-F238E27FC236}">
                <a16:creationId xmlns:a16="http://schemas.microsoft.com/office/drawing/2014/main" id="{76F2494A-BF70-FA90-265B-673D85E13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0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5" name="Freeform 113">
            <a:extLst>
              <a:ext uri="{FF2B5EF4-FFF2-40B4-BE49-F238E27FC236}">
                <a16:creationId xmlns:a16="http://schemas.microsoft.com/office/drawing/2014/main" id="{C22684B0-8058-131A-C077-E1725BD0EE78}"/>
              </a:ext>
            </a:extLst>
          </p:cNvPr>
          <p:cNvSpPr>
            <a:spLocks noEditPoints="1"/>
          </p:cNvSpPr>
          <p:nvPr/>
        </p:nvSpPr>
        <p:spPr bwMode="auto">
          <a:xfrm>
            <a:off x="22129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6" name="Oval 114">
            <a:extLst>
              <a:ext uri="{FF2B5EF4-FFF2-40B4-BE49-F238E27FC236}">
                <a16:creationId xmlns:a16="http://schemas.microsoft.com/office/drawing/2014/main" id="{CE185E93-E8A4-BFC1-F314-F92BF46C1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25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7" name="Freeform 115">
            <a:extLst>
              <a:ext uri="{FF2B5EF4-FFF2-40B4-BE49-F238E27FC236}">
                <a16:creationId xmlns:a16="http://schemas.microsoft.com/office/drawing/2014/main" id="{5D6A56B9-3A53-D1C0-BEEC-92D4702947BE}"/>
              </a:ext>
            </a:extLst>
          </p:cNvPr>
          <p:cNvSpPr>
            <a:spLocks noEditPoints="1"/>
          </p:cNvSpPr>
          <p:nvPr/>
        </p:nvSpPr>
        <p:spPr bwMode="auto">
          <a:xfrm>
            <a:off x="2528888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8" name="Oval 116">
            <a:extLst>
              <a:ext uri="{FF2B5EF4-FFF2-40B4-BE49-F238E27FC236}">
                <a16:creationId xmlns:a16="http://schemas.microsoft.com/office/drawing/2014/main" id="{15514579-2690-C126-E83B-8BAED37DC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89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9" name="Freeform 117">
            <a:extLst>
              <a:ext uri="{FF2B5EF4-FFF2-40B4-BE49-F238E27FC236}">
                <a16:creationId xmlns:a16="http://schemas.microsoft.com/office/drawing/2014/main" id="{C0A049DF-195B-9C62-9F51-2FDD35FCEB17}"/>
              </a:ext>
            </a:extLst>
          </p:cNvPr>
          <p:cNvSpPr>
            <a:spLocks noEditPoints="1"/>
          </p:cNvSpPr>
          <p:nvPr/>
        </p:nvSpPr>
        <p:spPr bwMode="auto">
          <a:xfrm>
            <a:off x="27368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0" name="Oval 118">
            <a:extLst>
              <a:ext uri="{FF2B5EF4-FFF2-40B4-BE49-F238E27FC236}">
                <a16:creationId xmlns:a16="http://schemas.microsoft.com/office/drawing/2014/main" id="{EE896FA6-847B-2563-A891-7B4C233B0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34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1" name="Freeform 119">
            <a:extLst>
              <a:ext uri="{FF2B5EF4-FFF2-40B4-BE49-F238E27FC236}">
                <a16:creationId xmlns:a16="http://schemas.microsoft.com/office/drawing/2014/main" id="{78BE4C4F-D07D-A79B-3CAF-7D4F03BCC698}"/>
              </a:ext>
            </a:extLst>
          </p:cNvPr>
          <p:cNvSpPr>
            <a:spLocks noEditPoints="1"/>
          </p:cNvSpPr>
          <p:nvPr/>
        </p:nvSpPr>
        <p:spPr bwMode="auto">
          <a:xfrm>
            <a:off x="328136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2" name="Oval 120">
            <a:extLst>
              <a:ext uri="{FF2B5EF4-FFF2-40B4-BE49-F238E27FC236}">
                <a16:creationId xmlns:a16="http://schemas.microsoft.com/office/drawing/2014/main" id="{689C5BF9-830D-7594-28BD-D5B7A8242F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3" name="Freeform 121">
            <a:extLst>
              <a:ext uri="{FF2B5EF4-FFF2-40B4-BE49-F238E27FC236}">
                <a16:creationId xmlns:a16="http://schemas.microsoft.com/office/drawing/2014/main" id="{64DCB510-6125-E663-7FC2-419CE1239CD1}"/>
              </a:ext>
            </a:extLst>
          </p:cNvPr>
          <p:cNvSpPr>
            <a:spLocks noEditPoints="1"/>
          </p:cNvSpPr>
          <p:nvPr/>
        </p:nvSpPr>
        <p:spPr bwMode="auto">
          <a:xfrm>
            <a:off x="354171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" name="Oval 122">
            <a:extLst>
              <a:ext uri="{FF2B5EF4-FFF2-40B4-BE49-F238E27FC236}">
                <a16:creationId xmlns:a16="http://schemas.microsoft.com/office/drawing/2014/main" id="{6331BDDE-2865-62C4-3445-D8EEC8C0D5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746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5" name="Freeform 123">
            <a:extLst>
              <a:ext uri="{FF2B5EF4-FFF2-40B4-BE49-F238E27FC236}">
                <a16:creationId xmlns:a16="http://schemas.microsoft.com/office/drawing/2014/main" id="{C3AC19D4-3484-D360-F532-2EF446A7EA68}"/>
              </a:ext>
            </a:extLst>
          </p:cNvPr>
          <p:cNvSpPr>
            <a:spLocks noEditPoints="1"/>
          </p:cNvSpPr>
          <p:nvPr/>
        </p:nvSpPr>
        <p:spPr bwMode="auto">
          <a:xfrm>
            <a:off x="38354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6" name="Oval 124">
            <a:extLst>
              <a:ext uri="{FF2B5EF4-FFF2-40B4-BE49-F238E27FC236}">
                <a16:creationId xmlns:a16="http://schemas.microsoft.com/office/drawing/2014/main" id="{F3E1163A-5EDF-7D5A-5996-CBBA7DFBE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05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7" name="Freeform 125">
            <a:extLst>
              <a:ext uri="{FF2B5EF4-FFF2-40B4-BE49-F238E27FC236}">
                <a16:creationId xmlns:a16="http://schemas.microsoft.com/office/drawing/2014/main" id="{E740754B-6B43-4B24-86FA-FA17ADDDCD76}"/>
              </a:ext>
            </a:extLst>
          </p:cNvPr>
          <p:cNvSpPr>
            <a:spLocks noEditPoints="1"/>
          </p:cNvSpPr>
          <p:nvPr/>
        </p:nvSpPr>
        <p:spPr bwMode="auto">
          <a:xfrm>
            <a:off x="410686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3DB0A87D-0870-6403-F454-D02AC9CB3E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8110" y="4267569"/>
            <a:ext cx="180622" cy="21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8708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A2775-0562-2BF7-332C-3587E158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1C2630F6-5F9C-A04E-0C46-FEB07C619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541A3D-4F2E-2251-331A-AD08DD411823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57CA94-E0A6-E329-EABF-257663230F51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2662358-87FC-3048-83AB-B2198FCC869D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520A5E4-6113-CA77-A6BB-39F35D4604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BD99199-728B-11FF-9352-5383AC33523F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3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2684C97-C6F0-F6B7-2100-47BEBA91A2BA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0FDD26-9F94-2320-8605-B95ADEDB4D98}"/>
              </a:ext>
            </a:extLst>
          </p:cNvPr>
          <p:cNvSpPr>
            <a:spLocks/>
          </p:cNvSpPr>
          <p:nvPr/>
        </p:nvSpPr>
        <p:spPr bwMode="auto">
          <a:xfrm>
            <a:off x="857250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868A7C2-889E-2CF7-D789-2504CD2B52DE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8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07C54CC-F853-612E-F40D-23D1D9A0AC86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198529-65D1-783A-D707-ECB647C7FA22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8280C41-A359-5729-EFDE-17A3E09EFAAB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562D2A3C-884B-8681-63E2-12B8FF6ABD19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C5E4A82-6C97-FAFB-1AEE-BBC06F93FFCF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927404CE-C3E8-3ECB-0806-AABD27A3760A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Freeform 20">
            <a:extLst>
              <a:ext uri="{FF2B5EF4-FFF2-40B4-BE49-F238E27FC236}">
                <a16:creationId xmlns:a16="http://schemas.microsoft.com/office/drawing/2014/main" id="{D2286DE7-FDA7-1CA9-FDDE-628E0CD85F83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1">
            <a:extLst>
              <a:ext uri="{FF2B5EF4-FFF2-40B4-BE49-F238E27FC236}">
                <a16:creationId xmlns:a16="http://schemas.microsoft.com/office/drawing/2014/main" id="{75CEE7DD-F8E7-3199-558D-CBDFB96CE634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2">
            <a:extLst>
              <a:ext uri="{FF2B5EF4-FFF2-40B4-BE49-F238E27FC236}">
                <a16:creationId xmlns:a16="http://schemas.microsoft.com/office/drawing/2014/main" id="{75CCBF1B-2799-8195-A2E8-EF7D1160CC57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3">
            <a:extLst>
              <a:ext uri="{FF2B5EF4-FFF2-40B4-BE49-F238E27FC236}">
                <a16:creationId xmlns:a16="http://schemas.microsoft.com/office/drawing/2014/main" id="{80697E0B-D4E6-6CB4-AE74-F9BAEE5C2D8B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4">
            <a:extLst>
              <a:ext uri="{FF2B5EF4-FFF2-40B4-BE49-F238E27FC236}">
                <a16:creationId xmlns:a16="http://schemas.microsoft.com/office/drawing/2014/main" id="{1BE9A316-9CF4-AA79-6679-9C252B2EEB09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5">
            <a:extLst>
              <a:ext uri="{FF2B5EF4-FFF2-40B4-BE49-F238E27FC236}">
                <a16:creationId xmlns:a16="http://schemas.microsoft.com/office/drawing/2014/main" id="{682FC60B-5969-4A17-210B-793E7F9D863E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6">
            <a:extLst>
              <a:ext uri="{FF2B5EF4-FFF2-40B4-BE49-F238E27FC236}">
                <a16:creationId xmlns:a16="http://schemas.microsoft.com/office/drawing/2014/main" id="{8D48B07A-0387-CFC4-6EEC-356CD99A728E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7">
            <a:extLst>
              <a:ext uri="{FF2B5EF4-FFF2-40B4-BE49-F238E27FC236}">
                <a16:creationId xmlns:a16="http://schemas.microsoft.com/office/drawing/2014/main" id="{DB26E670-C976-991E-2641-BD4047FB9BBA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8">
            <a:extLst>
              <a:ext uri="{FF2B5EF4-FFF2-40B4-BE49-F238E27FC236}">
                <a16:creationId xmlns:a16="http://schemas.microsoft.com/office/drawing/2014/main" id="{E08161A5-4EDC-898A-EFB8-E48D0B2699C9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9">
            <a:extLst>
              <a:ext uri="{FF2B5EF4-FFF2-40B4-BE49-F238E27FC236}">
                <a16:creationId xmlns:a16="http://schemas.microsoft.com/office/drawing/2014/main" id="{DE48E8D9-97AB-FC15-1424-717C7475D20A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09317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8E946-A811-47B0-02C3-1884D4F4F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BB6D0345-5A2A-519E-5738-7427EA9CD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3DB8EB-D02B-0B15-D536-516415301BE6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798B783-F63C-2F4D-47E5-DE60CC5BE52F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sp>
        <p:nvSpPr>
          <p:cNvPr id="148" name="Freeform 5">
            <a:extLst>
              <a:ext uri="{FF2B5EF4-FFF2-40B4-BE49-F238E27FC236}">
                <a16:creationId xmlns:a16="http://schemas.microsoft.com/office/drawing/2014/main" id="{F34AAC39-CA89-F35E-8B96-4DD04AD97F5E}"/>
              </a:ext>
            </a:extLst>
          </p:cNvPr>
          <p:cNvSpPr>
            <a:spLocks/>
          </p:cNvSpPr>
          <p:nvPr/>
        </p:nvSpPr>
        <p:spPr bwMode="auto">
          <a:xfrm>
            <a:off x="6578601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8" name="Freeform 6">
            <a:extLst>
              <a:ext uri="{FF2B5EF4-FFF2-40B4-BE49-F238E27FC236}">
                <a16:creationId xmlns:a16="http://schemas.microsoft.com/office/drawing/2014/main" id="{3B39D085-8FA5-71E8-3BC6-DC9279853DE4}"/>
              </a:ext>
            </a:extLst>
          </p:cNvPr>
          <p:cNvSpPr>
            <a:spLocks/>
          </p:cNvSpPr>
          <p:nvPr/>
        </p:nvSpPr>
        <p:spPr bwMode="auto">
          <a:xfrm>
            <a:off x="6578601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0" name="Freeform 7">
            <a:extLst>
              <a:ext uri="{FF2B5EF4-FFF2-40B4-BE49-F238E27FC236}">
                <a16:creationId xmlns:a16="http://schemas.microsoft.com/office/drawing/2014/main" id="{74E34AFF-1538-FCA7-8F7C-B8C4325343AB}"/>
              </a:ext>
            </a:extLst>
          </p:cNvPr>
          <p:cNvSpPr>
            <a:spLocks/>
          </p:cNvSpPr>
          <p:nvPr/>
        </p:nvSpPr>
        <p:spPr bwMode="auto">
          <a:xfrm>
            <a:off x="6578601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1" name="Freeform 8">
            <a:extLst>
              <a:ext uri="{FF2B5EF4-FFF2-40B4-BE49-F238E27FC236}">
                <a16:creationId xmlns:a16="http://schemas.microsoft.com/office/drawing/2014/main" id="{15235BD1-A390-4AC2-4783-725AE336A1C6}"/>
              </a:ext>
            </a:extLst>
          </p:cNvPr>
          <p:cNvSpPr>
            <a:spLocks/>
          </p:cNvSpPr>
          <p:nvPr/>
        </p:nvSpPr>
        <p:spPr bwMode="auto">
          <a:xfrm>
            <a:off x="6578601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2" name="Freeform 9">
            <a:extLst>
              <a:ext uri="{FF2B5EF4-FFF2-40B4-BE49-F238E27FC236}">
                <a16:creationId xmlns:a16="http://schemas.microsoft.com/office/drawing/2014/main" id="{65D106F5-1434-5898-4D1D-F8C63FF2815A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3" name="Freeform 10">
            <a:extLst>
              <a:ext uri="{FF2B5EF4-FFF2-40B4-BE49-F238E27FC236}">
                <a16:creationId xmlns:a16="http://schemas.microsoft.com/office/drawing/2014/main" id="{204465B9-D833-90F1-1AAD-7A8980A4F4B8}"/>
              </a:ext>
            </a:extLst>
          </p:cNvPr>
          <p:cNvSpPr>
            <a:spLocks/>
          </p:cNvSpPr>
          <p:nvPr/>
        </p:nvSpPr>
        <p:spPr bwMode="auto">
          <a:xfrm>
            <a:off x="6597651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4" name="Freeform 11">
            <a:extLst>
              <a:ext uri="{FF2B5EF4-FFF2-40B4-BE49-F238E27FC236}">
                <a16:creationId xmlns:a16="http://schemas.microsoft.com/office/drawing/2014/main" id="{C6866055-19E5-11A8-3186-42F81A02197F}"/>
              </a:ext>
            </a:extLst>
          </p:cNvPr>
          <p:cNvSpPr>
            <a:spLocks/>
          </p:cNvSpPr>
          <p:nvPr/>
        </p:nvSpPr>
        <p:spPr bwMode="auto">
          <a:xfrm>
            <a:off x="6578601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5" name="Freeform 12">
            <a:extLst>
              <a:ext uri="{FF2B5EF4-FFF2-40B4-BE49-F238E27FC236}">
                <a16:creationId xmlns:a16="http://schemas.microsoft.com/office/drawing/2014/main" id="{FCBA949E-B77C-29C0-F3D2-EE4C04647B24}"/>
              </a:ext>
            </a:extLst>
          </p:cNvPr>
          <p:cNvSpPr>
            <a:spLocks/>
          </p:cNvSpPr>
          <p:nvPr/>
        </p:nvSpPr>
        <p:spPr bwMode="auto">
          <a:xfrm>
            <a:off x="6578601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6" name="Freeform 13">
            <a:extLst>
              <a:ext uri="{FF2B5EF4-FFF2-40B4-BE49-F238E27FC236}">
                <a16:creationId xmlns:a16="http://schemas.microsoft.com/office/drawing/2014/main" id="{87E1E53F-BC96-D02E-480A-B22971456830}"/>
              </a:ext>
            </a:extLst>
          </p:cNvPr>
          <p:cNvSpPr>
            <a:spLocks/>
          </p:cNvSpPr>
          <p:nvPr/>
        </p:nvSpPr>
        <p:spPr bwMode="auto">
          <a:xfrm>
            <a:off x="6578601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7" name="Freeform 14">
            <a:extLst>
              <a:ext uri="{FF2B5EF4-FFF2-40B4-BE49-F238E27FC236}">
                <a16:creationId xmlns:a16="http://schemas.microsoft.com/office/drawing/2014/main" id="{774CA44C-FF62-75B8-E6F4-24B86CF01A05}"/>
              </a:ext>
            </a:extLst>
          </p:cNvPr>
          <p:cNvSpPr>
            <a:spLocks/>
          </p:cNvSpPr>
          <p:nvPr/>
        </p:nvSpPr>
        <p:spPr bwMode="auto">
          <a:xfrm>
            <a:off x="6578601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8" name="Freeform 15">
            <a:extLst>
              <a:ext uri="{FF2B5EF4-FFF2-40B4-BE49-F238E27FC236}">
                <a16:creationId xmlns:a16="http://schemas.microsoft.com/office/drawing/2014/main" id="{473640B7-84C1-14D5-05AE-36B4ED8FB2A6}"/>
              </a:ext>
            </a:extLst>
          </p:cNvPr>
          <p:cNvSpPr>
            <a:spLocks/>
          </p:cNvSpPr>
          <p:nvPr/>
        </p:nvSpPr>
        <p:spPr bwMode="auto">
          <a:xfrm>
            <a:off x="6578601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3" name="Freeform 19">
            <a:extLst>
              <a:ext uri="{FF2B5EF4-FFF2-40B4-BE49-F238E27FC236}">
                <a16:creationId xmlns:a16="http://schemas.microsoft.com/office/drawing/2014/main" id="{48135F2F-189E-3F21-9980-27C2185BE5D7}"/>
              </a:ext>
            </a:extLst>
          </p:cNvPr>
          <p:cNvSpPr>
            <a:spLocks/>
          </p:cNvSpPr>
          <p:nvPr/>
        </p:nvSpPr>
        <p:spPr bwMode="auto">
          <a:xfrm>
            <a:off x="846138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4" name="Freeform 20">
            <a:extLst>
              <a:ext uri="{FF2B5EF4-FFF2-40B4-BE49-F238E27FC236}">
                <a16:creationId xmlns:a16="http://schemas.microsoft.com/office/drawing/2014/main" id="{1153F6AF-8A03-433A-E041-6B91DD9C508D}"/>
              </a:ext>
            </a:extLst>
          </p:cNvPr>
          <p:cNvSpPr>
            <a:spLocks/>
          </p:cNvSpPr>
          <p:nvPr/>
        </p:nvSpPr>
        <p:spPr bwMode="auto">
          <a:xfrm>
            <a:off x="846138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5" name="Freeform 21">
            <a:extLst>
              <a:ext uri="{FF2B5EF4-FFF2-40B4-BE49-F238E27FC236}">
                <a16:creationId xmlns:a16="http://schemas.microsoft.com/office/drawing/2014/main" id="{A42E0B16-3DBF-33C1-4631-A3C0AEDC1045}"/>
              </a:ext>
            </a:extLst>
          </p:cNvPr>
          <p:cNvSpPr>
            <a:spLocks/>
          </p:cNvSpPr>
          <p:nvPr/>
        </p:nvSpPr>
        <p:spPr bwMode="auto">
          <a:xfrm>
            <a:off x="846138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6" name="Freeform 22">
            <a:extLst>
              <a:ext uri="{FF2B5EF4-FFF2-40B4-BE49-F238E27FC236}">
                <a16:creationId xmlns:a16="http://schemas.microsoft.com/office/drawing/2014/main" id="{DD93EC3F-05F3-7F37-CA1C-3B1A9F0560EA}"/>
              </a:ext>
            </a:extLst>
          </p:cNvPr>
          <p:cNvSpPr>
            <a:spLocks/>
          </p:cNvSpPr>
          <p:nvPr/>
        </p:nvSpPr>
        <p:spPr bwMode="auto">
          <a:xfrm>
            <a:off x="846138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7" name="Freeform 23">
            <a:extLst>
              <a:ext uri="{FF2B5EF4-FFF2-40B4-BE49-F238E27FC236}">
                <a16:creationId xmlns:a16="http://schemas.microsoft.com/office/drawing/2014/main" id="{8067464B-F839-3DED-EF00-696DF555ECC3}"/>
              </a:ext>
            </a:extLst>
          </p:cNvPr>
          <p:cNvSpPr>
            <a:spLocks/>
          </p:cNvSpPr>
          <p:nvPr/>
        </p:nvSpPr>
        <p:spPr bwMode="auto">
          <a:xfrm>
            <a:off x="857250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8" name="Freeform 24">
            <a:extLst>
              <a:ext uri="{FF2B5EF4-FFF2-40B4-BE49-F238E27FC236}">
                <a16:creationId xmlns:a16="http://schemas.microsoft.com/office/drawing/2014/main" id="{9D9D7E13-42F3-3594-BF0D-583AB92B9422}"/>
              </a:ext>
            </a:extLst>
          </p:cNvPr>
          <p:cNvSpPr>
            <a:spLocks/>
          </p:cNvSpPr>
          <p:nvPr/>
        </p:nvSpPr>
        <p:spPr bwMode="auto">
          <a:xfrm>
            <a:off x="865188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9" name="Freeform 25">
            <a:extLst>
              <a:ext uri="{FF2B5EF4-FFF2-40B4-BE49-F238E27FC236}">
                <a16:creationId xmlns:a16="http://schemas.microsoft.com/office/drawing/2014/main" id="{4DA09A4E-4052-AB21-7154-BF9AF5205C1B}"/>
              </a:ext>
            </a:extLst>
          </p:cNvPr>
          <p:cNvSpPr>
            <a:spLocks/>
          </p:cNvSpPr>
          <p:nvPr/>
        </p:nvSpPr>
        <p:spPr bwMode="auto">
          <a:xfrm>
            <a:off x="846138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0" name="Freeform 26">
            <a:extLst>
              <a:ext uri="{FF2B5EF4-FFF2-40B4-BE49-F238E27FC236}">
                <a16:creationId xmlns:a16="http://schemas.microsoft.com/office/drawing/2014/main" id="{39B0A052-9D07-3C0A-A897-C6E1F6844208}"/>
              </a:ext>
            </a:extLst>
          </p:cNvPr>
          <p:cNvSpPr>
            <a:spLocks/>
          </p:cNvSpPr>
          <p:nvPr/>
        </p:nvSpPr>
        <p:spPr bwMode="auto">
          <a:xfrm>
            <a:off x="846138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1" name="Freeform 27">
            <a:extLst>
              <a:ext uri="{FF2B5EF4-FFF2-40B4-BE49-F238E27FC236}">
                <a16:creationId xmlns:a16="http://schemas.microsoft.com/office/drawing/2014/main" id="{F8CD2AA0-D6BD-C69D-3E0A-600CB5C695C8}"/>
              </a:ext>
            </a:extLst>
          </p:cNvPr>
          <p:cNvSpPr>
            <a:spLocks/>
          </p:cNvSpPr>
          <p:nvPr/>
        </p:nvSpPr>
        <p:spPr bwMode="auto">
          <a:xfrm>
            <a:off x="846138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2" name="Freeform 28">
            <a:extLst>
              <a:ext uri="{FF2B5EF4-FFF2-40B4-BE49-F238E27FC236}">
                <a16:creationId xmlns:a16="http://schemas.microsoft.com/office/drawing/2014/main" id="{C7DE3455-0D50-17D1-E89E-3F95C85BC199}"/>
              </a:ext>
            </a:extLst>
          </p:cNvPr>
          <p:cNvSpPr>
            <a:spLocks/>
          </p:cNvSpPr>
          <p:nvPr/>
        </p:nvSpPr>
        <p:spPr bwMode="auto">
          <a:xfrm>
            <a:off x="846138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3" name="Freeform 29">
            <a:extLst>
              <a:ext uri="{FF2B5EF4-FFF2-40B4-BE49-F238E27FC236}">
                <a16:creationId xmlns:a16="http://schemas.microsoft.com/office/drawing/2014/main" id="{BDB4D7A8-1742-2175-95C8-83E7819B6A76}"/>
              </a:ext>
            </a:extLst>
          </p:cNvPr>
          <p:cNvSpPr>
            <a:spLocks/>
          </p:cNvSpPr>
          <p:nvPr/>
        </p:nvSpPr>
        <p:spPr bwMode="auto">
          <a:xfrm>
            <a:off x="846138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7243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B3F6-47CE-429B-A736-50809337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54D90069-CCCC-938E-CE44-84F2B852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E30907-6021-0BD1-435B-9B51BBE0C6F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FEB9C92-83A7-8826-4320-F4B4B79ED506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D3481CD8-69D6-5D27-E918-6793AA4E1641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7333D3-FFB4-C78E-F29E-85BCA7EFA0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ACCC7D7-92CD-36EC-B62D-D454466489DE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2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25698D31-7D4B-965C-DD57-8554E119B775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59E64C8-CBDF-9401-5003-D8FB2BD808CD}"/>
              </a:ext>
            </a:extLst>
          </p:cNvPr>
          <p:cNvSpPr>
            <a:spLocks/>
          </p:cNvSpPr>
          <p:nvPr/>
        </p:nvSpPr>
        <p:spPr bwMode="auto">
          <a:xfrm>
            <a:off x="857251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9969986-2760-7EF9-EE6F-CA0E683A22E9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7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01AE24E-6472-5EBE-4440-64C23ECC181D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C6D6099-10BD-178E-F7D7-151FFFCD5863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68CC9D1-9EEE-0B68-AD9E-D7806F608605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365A3F75-FBB5-B9E1-C618-CC61F7BCF4FD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E749E02-A4D2-4AE9-879F-BB87BB5D0BE1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BA8C315F-E697-5BFC-33D1-916B02428D7C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0">
            <a:extLst>
              <a:ext uri="{FF2B5EF4-FFF2-40B4-BE49-F238E27FC236}">
                <a16:creationId xmlns:a16="http://schemas.microsoft.com/office/drawing/2014/main" id="{36240551-7DE7-7151-77F1-532A169992F2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1">
            <a:extLst>
              <a:ext uri="{FF2B5EF4-FFF2-40B4-BE49-F238E27FC236}">
                <a16:creationId xmlns:a16="http://schemas.microsoft.com/office/drawing/2014/main" id="{917E34FF-CBF8-EBA7-AA06-8D36A17A5D0B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2">
            <a:extLst>
              <a:ext uri="{FF2B5EF4-FFF2-40B4-BE49-F238E27FC236}">
                <a16:creationId xmlns:a16="http://schemas.microsoft.com/office/drawing/2014/main" id="{09329994-F8E4-585C-FF95-051E33CCF679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3">
            <a:extLst>
              <a:ext uri="{FF2B5EF4-FFF2-40B4-BE49-F238E27FC236}">
                <a16:creationId xmlns:a16="http://schemas.microsoft.com/office/drawing/2014/main" id="{904598D1-7F5F-8DA5-F6F7-011B00329B71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4">
            <a:extLst>
              <a:ext uri="{FF2B5EF4-FFF2-40B4-BE49-F238E27FC236}">
                <a16:creationId xmlns:a16="http://schemas.microsoft.com/office/drawing/2014/main" id="{88E65334-0C1E-B042-440B-7D6C460D8DAD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5">
            <a:extLst>
              <a:ext uri="{FF2B5EF4-FFF2-40B4-BE49-F238E27FC236}">
                <a16:creationId xmlns:a16="http://schemas.microsoft.com/office/drawing/2014/main" id="{BA944605-C58A-AB62-8CEB-DA2AA1FB8755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6">
            <a:extLst>
              <a:ext uri="{FF2B5EF4-FFF2-40B4-BE49-F238E27FC236}">
                <a16:creationId xmlns:a16="http://schemas.microsoft.com/office/drawing/2014/main" id="{8E635E0F-C086-5709-D095-3D622B01CDDF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7">
            <a:extLst>
              <a:ext uri="{FF2B5EF4-FFF2-40B4-BE49-F238E27FC236}">
                <a16:creationId xmlns:a16="http://schemas.microsoft.com/office/drawing/2014/main" id="{B10A862A-B79F-7FA4-4ABF-B1529512000C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Freeform 28">
            <a:extLst>
              <a:ext uri="{FF2B5EF4-FFF2-40B4-BE49-F238E27FC236}">
                <a16:creationId xmlns:a16="http://schemas.microsoft.com/office/drawing/2014/main" id="{1021918B-CA2F-BE9D-AD50-F570F5AFE7B0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29">
            <a:extLst>
              <a:ext uri="{FF2B5EF4-FFF2-40B4-BE49-F238E27FC236}">
                <a16:creationId xmlns:a16="http://schemas.microsoft.com/office/drawing/2014/main" id="{393F4BCA-1329-863E-96D1-88D9B949E85D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51503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AA8C6B7-B9B0-B08F-7F7C-D90832B903B5}"/>
              </a:ext>
            </a:extLst>
          </p:cNvPr>
          <p:cNvSpPr/>
          <p:nvPr/>
        </p:nvSpPr>
        <p:spPr>
          <a:xfrm>
            <a:off x="2280424" y="992459"/>
            <a:ext cx="4605454" cy="13214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한쪽 모서리 4">
            <a:extLst>
              <a:ext uri="{FF2B5EF4-FFF2-40B4-BE49-F238E27FC236}">
                <a16:creationId xmlns:a16="http://schemas.microsoft.com/office/drawing/2014/main" id="{0AC12BDA-4FFB-4AA5-FDE6-C7D7ED1DB678}"/>
              </a:ext>
            </a:extLst>
          </p:cNvPr>
          <p:cNvSpPr/>
          <p:nvPr/>
        </p:nvSpPr>
        <p:spPr>
          <a:xfrm rot="10800000">
            <a:off x="5347010" y="992459"/>
            <a:ext cx="1538866" cy="234176"/>
          </a:xfrm>
          <a:prstGeom prst="round1Rect">
            <a:avLst>
              <a:gd name="adj" fmla="val 500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38AB9-17E1-910B-062A-ED1FA27A86C1}"/>
              </a:ext>
            </a:extLst>
          </p:cNvPr>
          <p:cNvSpPr txBox="1"/>
          <p:nvPr/>
        </p:nvSpPr>
        <p:spPr>
          <a:xfrm>
            <a:off x="5347010" y="978741"/>
            <a:ext cx="1538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파일이름 </a:t>
            </a:r>
            <a:r>
              <a:rPr kumimoji="1" lang="en-US" altLang="ko-KR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: </a:t>
            </a:r>
            <a:r>
              <a:rPr kumimoji="1" lang="en-US" altLang="ko-KR" sz="1050" spc="-23" err="1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setting.json</a:t>
            </a:r>
            <a:endParaRPr kumimoji="1" lang="ko-KR" altLang="en-US" sz="1050" spc="-23">
              <a:ln>
                <a:solidFill>
                  <a:prstClr val="black">
                    <a:alpha val="0"/>
                  </a:prstClr>
                </a:solidFill>
              </a:ln>
              <a:solidFill>
                <a:schemeClr val="bg1"/>
              </a:solidFill>
              <a:latin typeface="Montserrat" pitchFamily="2" charset="0"/>
              <a:ea typeface="나눔스퀘어 네오 Regular" panose="000005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977839-8F0D-61C1-06AA-20B3A2F62C45}"/>
              </a:ext>
            </a:extLst>
          </p:cNvPr>
          <p:cNvSpPr txBox="1"/>
          <p:nvPr/>
        </p:nvSpPr>
        <p:spPr>
          <a:xfrm>
            <a:off x="9569219" y="918858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pic>
        <p:nvPicPr>
          <p:cNvPr id="9" name="그림 8" descr="텍스트, 스크린샷, 잭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042690-A72C-215A-E073-9F976213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497" y="3220315"/>
            <a:ext cx="6387026" cy="2438928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8C76845-DF98-7274-8BD1-DB1E4447B664}"/>
              </a:ext>
            </a:extLst>
          </p:cNvPr>
          <p:cNvSpPr/>
          <p:nvPr/>
        </p:nvSpPr>
        <p:spPr>
          <a:xfrm>
            <a:off x="4435398" y="4683512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99D6A41-C469-47F1-389F-51FB4B9911C4}"/>
              </a:ext>
            </a:extLst>
          </p:cNvPr>
          <p:cNvSpPr/>
          <p:nvPr/>
        </p:nvSpPr>
        <p:spPr>
          <a:xfrm>
            <a:off x="4435398" y="5522640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C0CA43E-4EF7-47C3-4772-D3D3A7663C08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309375" y="4956717"/>
            <a:ext cx="0" cy="565923"/>
          </a:xfrm>
          <a:prstGeom prst="straightConnector1">
            <a:avLst/>
          </a:prstGeom>
          <a:noFill/>
          <a:ln w="19050">
            <a:solidFill>
              <a:srgbClr val="00B0F0"/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7A03187-7D6E-9821-7B3D-DCA82FB49436}"/>
              </a:ext>
            </a:extLst>
          </p:cNvPr>
          <p:cNvSpPr txBox="1"/>
          <p:nvPr/>
        </p:nvSpPr>
        <p:spPr>
          <a:xfrm>
            <a:off x="4435398" y="5541929"/>
            <a:ext cx="1747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일반 </a:t>
            </a:r>
            <a:r>
              <a:rPr kumimoji="1" lang="en-US" altLang="ko-KR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PC</a:t>
            </a: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의 경우 선택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A1C44B-2C86-8DDD-F8AB-EE27AB01C624}"/>
              </a:ext>
            </a:extLst>
          </p:cNvPr>
          <p:cNvSpPr txBox="1"/>
          <p:nvPr/>
        </p:nvSpPr>
        <p:spPr>
          <a:xfrm>
            <a:off x="10249751" y="2313623"/>
            <a:ext cx="4480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출처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6692D7-2521-2B7A-11C8-66E302EEF499}"/>
              </a:ext>
            </a:extLst>
          </p:cNvPr>
          <p:cNvSpPr txBox="1"/>
          <p:nvPr/>
        </p:nvSpPr>
        <p:spPr>
          <a:xfrm>
            <a:off x="9713719" y="2255364"/>
            <a:ext cx="591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2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Montserrat" pitchFamily="2" charset="0"/>
                <a:ea typeface="나눔스퀘어 네오 Heavy" panose="00000A00000000000000" pitchFamily="2" charset="-127"/>
                <a:cs typeface="맑은 고딕 Semilight" panose="020B0502040204020203" pitchFamily="50" charset="-127"/>
              </a:rPr>
              <a:t>주제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402E4-CD1D-01CB-5501-00EF3CDF9697}"/>
              </a:ext>
            </a:extLst>
          </p:cNvPr>
          <p:cNvSpPr txBox="1"/>
          <p:nvPr/>
        </p:nvSpPr>
        <p:spPr>
          <a:xfrm>
            <a:off x="9713718" y="2592872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5C8B8-18AB-02D9-E102-D42DD8D874A1}"/>
              </a:ext>
            </a:extLst>
          </p:cNvPr>
          <p:cNvSpPr txBox="1"/>
          <p:nvPr/>
        </p:nvSpPr>
        <p:spPr>
          <a:xfrm>
            <a:off x="9713718" y="2931426"/>
            <a:ext cx="1286186" cy="6281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내용 나열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두번째 내용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7A052BE-B085-DE6B-2B9A-FBECA594CEFD}"/>
              </a:ext>
            </a:extLst>
          </p:cNvPr>
          <p:cNvSpPr/>
          <p:nvPr/>
        </p:nvSpPr>
        <p:spPr>
          <a:xfrm>
            <a:off x="9768503" y="3744223"/>
            <a:ext cx="540000" cy="540000"/>
          </a:xfrm>
          <a:prstGeom prst="rect">
            <a:avLst/>
          </a:prstGeom>
          <a:solidFill>
            <a:srgbClr val="4491C8">
              <a:alpha val="30196"/>
            </a:srgbClr>
          </a:solidFill>
          <a:ln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26B117-1FFE-B6DD-5DA4-7B750A226BFE}"/>
              </a:ext>
            </a:extLst>
          </p:cNvPr>
          <p:cNvSpPr/>
          <p:nvPr/>
        </p:nvSpPr>
        <p:spPr>
          <a:xfrm>
            <a:off x="9768503" y="5252640"/>
            <a:ext cx="540000" cy="54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2C82DBC-89D3-72BF-E785-27F621497526}"/>
              </a:ext>
            </a:extLst>
          </p:cNvPr>
          <p:cNvSpPr/>
          <p:nvPr/>
        </p:nvSpPr>
        <p:spPr>
          <a:xfrm>
            <a:off x="9768503" y="4498431"/>
            <a:ext cx="540000" cy="540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dist="508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383" b="0" i="0" u="none" strike="noStrike" kern="1200" cap="none" spc="0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AE99D1-7664-6639-4B5B-90FE5FD6D7A4}"/>
              </a:ext>
            </a:extLst>
          </p:cNvPr>
          <p:cNvSpPr txBox="1"/>
          <p:nvPr/>
        </p:nvSpPr>
        <p:spPr>
          <a:xfrm>
            <a:off x="9713718" y="1932198"/>
            <a:ext cx="537840" cy="307777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00B050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강조</a:t>
            </a:r>
          </a:p>
        </p:txBody>
      </p:sp>
      <p:sp>
        <p:nvSpPr>
          <p:cNvPr id="19" name="Google Shape;37;g29a5d791be9_3_0">
            <a:extLst>
              <a:ext uri="{FF2B5EF4-FFF2-40B4-BE49-F238E27FC236}">
                <a16:creationId xmlns:a16="http://schemas.microsoft.com/office/drawing/2014/main" id="{7F284681-8781-5548-B0D7-F8E2E1F042AA}"/>
              </a:ext>
            </a:extLst>
          </p:cNvPr>
          <p:cNvSpPr/>
          <p:nvPr/>
        </p:nvSpPr>
        <p:spPr>
          <a:xfrm>
            <a:off x="9819675" y="1609881"/>
            <a:ext cx="252000" cy="252000"/>
          </a:xfrm>
          <a:prstGeom prst="ellipse">
            <a:avLst/>
          </a:prstGeom>
          <a:solidFill>
            <a:srgbClr val="F47820"/>
          </a:solidFill>
          <a:ln w="25400" cap="flat" cmpd="sng">
            <a:solidFill>
              <a:srgbClr val="F478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1</a:t>
            </a:r>
            <a:endParaRPr kumimoji="0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3271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1036</TotalTime>
  <Words>306</Words>
  <Application>Microsoft Office PowerPoint</Application>
  <PresentationFormat>와이드스크린</PresentationFormat>
  <Paragraphs>60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4" baseType="lpstr">
      <vt:lpstr>맑은 고딕</vt:lpstr>
      <vt:lpstr>Arial</vt:lpstr>
      <vt:lpstr>Montserrat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스크린 캡쳐 이미지 테두리</vt:lpstr>
      <vt:lpstr>스크린 캡쳐 이미지 그래픽 요소</vt:lpstr>
      <vt:lpstr>스크린 캡쳐 이미지 그래픽 요소</vt:lpstr>
      <vt:lpstr>스크린 캡쳐 이미지 그래픽 요소</vt:lpstr>
      <vt:lpstr>스크린 캡쳐 이미지 그래픽 요소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Linda,han</dc:creator>
  <cp:lastModifiedBy>헌정 임</cp:lastModifiedBy>
  <cp:revision>18</cp:revision>
  <dcterms:created xsi:type="dcterms:W3CDTF">2026-07-03T02:54:23Z</dcterms:created>
  <dcterms:modified xsi:type="dcterms:W3CDTF">2026-07-04T00:00:17Z</dcterms:modified>
</cp:coreProperties>
</file>