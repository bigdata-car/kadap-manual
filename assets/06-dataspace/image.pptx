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380" r:id="rId7"/>
    <p:sldId id="261" r:id="rId8"/>
    <p:sldId id="381" r:id="rId9"/>
    <p:sldId id="382" r:id="rId10"/>
    <p:sldId id="383" r:id="rId11"/>
    <p:sldId id="384" r:id="rId12"/>
    <p:sldId id="385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3" dt="2026-07-03T07:33:57.1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72" y="3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modSld">
      <pc:chgData name="헌정 임" userId="eb9ca9bd79f0560f" providerId="LiveId" clId="{A6339E56-8272-42D6-9D95-12E1A8284411}" dt="2026-07-03T09:45:56.551" v="30" actId="1076"/>
      <pc:docMkLst>
        <pc:docMk/>
      </pc:docMkLst>
      <pc:sldChg chg="addSp delSp modSp new mod">
        <pc:chgData name="헌정 임" userId="eb9ca9bd79f0560f" providerId="LiveId" clId="{A6339E56-8272-42D6-9D95-12E1A8284411}" dt="2026-07-03T07:34:12.688" v="16" actId="14100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</pc:sldChg>
      <pc:sldChg chg="addSp delSp modSp add mod">
        <pc:chgData name="헌정 임" userId="eb9ca9bd79f0560f" providerId="LiveId" clId="{A6339E56-8272-42D6-9D95-12E1A8284411}" dt="2026-07-03T07:33:44.446" v="7" actId="22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new">
        <pc:chgData name="헌정 임" userId="eb9ca9bd79f0560f" providerId="LiveId" clId="{A6339E56-8272-42D6-9D95-12E1A8284411}" dt="2026-07-03T07:34:30.491" v="17" actId="680"/>
        <pc:sldMkLst>
          <pc:docMk/>
          <pc:sldMk cId="2888748938" sldId="381"/>
        </pc:sldMkLst>
      </pc:sldChg>
      <pc:sldChg chg="new">
        <pc:chgData name="헌정 임" userId="eb9ca9bd79f0560f" providerId="LiveId" clId="{A6339E56-8272-42D6-9D95-12E1A8284411}" dt="2026-07-03T07:34:30.685" v="18" actId="680"/>
        <pc:sldMkLst>
          <pc:docMk/>
          <pc:sldMk cId="3995347164" sldId="382"/>
        </pc:sldMkLst>
      </pc:sldChg>
      <pc:sldChg chg="new">
        <pc:chgData name="헌정 임" userId="eb9ca9bd79f0560f" providerId="LiveId" clId="{A6339E56-8272-42D6-9D95-12E1A8284411}" dt="2026-07-03T07:34:30.849" v="19" actId="680"/>
        <pc:sldMkLst>
          <pc:docMk/>
          <pc:sldMk cId="1773760154" sldId="383"/>
        </pc:sldMkLst>
      </pc:sldChg>
      <pc:sldChg chg="addSp new mod">
        <pc:chgData name="헌정 임" userId="eb9ca9bd79f0560f" providerId="LiveId" clId="{A6339E56-8272-42D6-9D95-12E1A8284411}" dt="2026-07-03T09:43:23.158" v="21" actId="22"/>
        <pc:sldMkLst>
          <pc:docMk/>
          <pc:sldMk cId="2716414540" sldId="384"/>
        </pc:sldMkLst>
        <pc:picChg chg="add">
          <ac:chgData name="헌정 임" userId="eb9ca9bd79f0560f" providerId="LiveId" clId="{A6339E56-8272-42D6-9D95-12E1A8284411}" dt="2026-07-03T09:43:23.158" v="21" actId="22"/>
          <ac:picMkLst>
            <pc:docMk/>
            <pc:sldMk cId="2716414540" sldId="384"/>
            <ac:picMk id="4" creationId="{FB3FE90C-AB0C-FA41-F02C-017B65C7E1E0}"/>
          </ac:picMkLst>
        </pc:picChg>
      </pc:sldChg>
      <pc:sldChg chg="addSp modSp new mod">
        <pc:chgData name="헌정 임" userId="eb9ca9bd79f0560f" providerId="LiveId" clId="{A6339E56-8272-42D6-9D95-12E1A8284411}" dt="2026-07-03T09:45:56.551" v="30" actId="1076"/>
        <pc:sldMkLst>
          <pc:docMk/>
          <pc:sldMk cId="1983847626" sldId="385"/>
        </pc:sldMkLst>
        <pc:picChg chg="add mod">
          <ac:chgData name="헌정 임" userId="eb9ca9bd79f0560f" providerId="LiveId" clId="{A6339E56-8272-42D6-9D95-12E1A8284411}" dt="2026-07-03T09:45:01.024" v="24" actId="1076"/>
          <ac:picMkLst>
            <pc:docMk/>
            <pc:sldMk cId="1983847626" sldId="385"/>
            <ac:picMk id="4" creationId="{D46C9835-FBA8-76FF-19E1-17A22C19FE4D}"/>
          </ac:picMkLst>
        </pc:picChg>
        <pc:picChg chg="add mod">
          <ac:chgData name="헌정 임" userId="eb9ca9bd79f0560f" providerId="LiveId" clId="{A6339E56-8272-42D6-9D95-12E1A8284411}" dt="2026-07-03T09:45:04.103" v="26" actId="1076"/>
          <ac:picMkLst>
            <pc:docMk/>
            <pc:sldMk cId="1983847626" sldId="385"/>
            <ac:picMk id="6" creationId="{FC127FFB-6F9B-41DE-A499-C39EB3281D17}"/>
          </ac:picMkLst>
        </pc:picChg>
        <pc:picChg chg="add mod">
          <ac:chgData name="헌정 임" userId="eb9ca9bd79f0560f" providerId="LiveId" clId="{A6339E56-8272-42D6-9D95-12E1A8284411}" dt="2026-07-03T09:45:33.755" v="28" actId="1076"/>
          <ac:picMkLst>
            <pc:docMk/>
            <pc:sldMk cId="1983847626" sldId="385"/>
            <ac:picMk id="8" creationId="{5FE4F172-8AD1-5C42-0140-DA4A2BE3DD96}"/>
          </ac:picMkLst>
        </pc:picChg>
        <pc:picChg chg="add mod">
          <ac:chgData name="헌정 임" userId="eb9ca9bd79f0560f" providerId="LiveId" clId="{A6339E56-8272-42D6-9D95-12E1A8284411}" dt="2026-07-03T09:45:56.551" v="30" actId="1076"/>
          <ac:picMkLst>
            <pc:docMk/>
            <pc:sldMk cId="1983847626" sldId="385"/>
            <ac:picMk id="10" creationId="{92735DA8-5C9C-348D-FD57-450DE0508F7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982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024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3299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387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4719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05008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FC513F-1296-0AAE-51A2-CA2685413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87489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CF910-DBCF-4B8C-C459-7A525828B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5347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2C9A6E-0C40-1886-F24E-AF1CC833B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3760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3FE90C-AB0C-FA41-F02C-017B65C7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654"/>
            <a:ext cx="12192000" cy="680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C604D-4898-FB68-B7A1-BA45C421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6C9835-FBA8-76FF-19E1-17A22C19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50" y="52363"/>
            <a:ext cx="4333907" cy="675327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C127FFB-6F9B-41DE-A499-C39EB3281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557" y="0"/>
            <a:ext cx="4248181" cy="615319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FE4F172-8AD1-5C42-0140-DA4A2BE3D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2982" y="6202385"/>
            <a:ext cx="4305331" cy="22098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2735DA8-5C9C-348D-FD57-450DE0508F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19" y="149057"/>
            <a:ext cx="4286281" cy="558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847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62</Words>
  <Application>Microsoft Office PowerPoint</Application>
  <PresentationFormat>와이드스크린</PresentationFormat>
  <Paragraphs>27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맑은 고딕</vt:lpstr>
      <vt:lpstr>Arial</vt:lpstr>
      <vt:lpstr>Montserrat</vt:lpstr>
      <vt:lpstr>Wingdings</vt:lpstr>
      <vt:lpstr>Office 테마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2026-07-03T09:46:04Z</dcterms:modified>
</cp:coreProperties>
</file>