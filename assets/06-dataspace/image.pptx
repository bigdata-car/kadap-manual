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9" r:id="rId10"/>
    <p:sldId id="397" r:id="rId11"/>
    <p:sldId id="387" r:id="rId12"/>
    <p:sldId id="388" r:id="rId13"/>
    <p:sldId id="392" r:id="rId14"/>
    <p:sldId id="398" r:id="rId15"/>
    <p:sldId id="393" r:id="rId16"/>
    <p:sldId id="396" r:id="rId17"/>
    <p:sldId id="256" r:id="rId18"/>
    <p:sldId id="257" r:id="rId19"/>
    <p:sldId id="259" r:id="rId20"/>
    <p:sldId id="258" r:id="rId21"/>
    <p:sldId id="260" r:id="rId22"/>
    <p:sldId id="380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87" dt="2026-07-03T23:50:31.2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3" y="3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 sldOrd">
      <pc:chgData name="헌정 임" userId="eb9ca9bd79f0560f" providerId="LiveId" clId="{A6339E56-8272-42D6-9D95-12E1A8284411}" dt="2026-07-03T23:50:31.260" v="2101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23:50:31.260" v="2101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3:04:19.379" v="1326" actId="1037"/>
          <ac:spMkLst>
            <pc:docMk/>
            <pc:sldMk cId="3863440157" sldId="395"/>
            <ac:spMk id="3" creationId="{60232472-F08E-ABF8-CCA6-ADC50821946D}"/>
          </ac:spMkLst>
        </pc:spChg>
        <pc:spChg chg="add mod">
          <ac:chgData name="헌정 임" userId="eb9ca9bd79f0560f" providerId="LiveId" clId="{A6339E56-8272-42D6-9D95-12E1A8284411}" dt="2026-07-03T23:48:33.677" v="1827" actId="20577"/>
          <ac:spMkLst>
            <pc:docMk/>
            <pc:sldMk cId="3863440157" sldId="395"/>
            <ac:spMk id="5" creationId="{E5FFBD18-5489-51B0-7198-77957871EC26}"/>
          </ac:spMkLst>
        </pc:spChg>
        <pc:spChg chg="add mod">
          <ac:chgData name="헌정 임" userId="eb9ca9bd79f0560f" providerId="LiveId" clId="{A6339E56-8272-42D6-9D95-12E1A8284411}" dt="2026-07-03T23:43:12.833" v="1341" actId="20577"/>
          <ac:spMkLst>
            <pc:docMk/>
            <pc:sldMk cId="3863440157" sldId="395"/>
            <ac:spMk id="7" creationId="{7B2D9C4B-1C6A-D66B-A659-8DAB53D06786}"/>
          </ac:spMkLst>
        </pc:spChg>
        <pc:spChg chg="add mod">
          <ac:chgData name="헌정 임" userId="eb9ca9bd79f0560f" providerId="LiveId" clId="{A6339E56-8272-42D6-9D95-12E1A8284411}" dt="2026-07-03T23:43:34.604" v="1359" actId="20577"/>
          <ac:spMkLst>
            <pc:docMk/>
            <pc:sldMk cId="3863440157" sldId="395"/>
            <ac:spMk id="9" creationId="{382888A0-6698-4471-AE02-8C20BC1C3953}"/>
          </ac:spMkLst>
        </pc:spChg>
        <pc:spChg chg="add mod">
          <ac:chgData name="헌정 임" userId="eb9ca9bd79f0560f" providerId="LiveId" clId="{A6339E56-8272-42D6-9D95-12E1A8284411}" dt="2026-07-03T23:44:05.816" v="1418"/>
          <ac:spMkLst>
            <pc:docMk/>
            <pc:sldMk cId="3863440157" sldId="395"/>
            <ac:spMk id="14" creationId="{BF7CC288-6D57-C8AD-55BD-B81F3786A2ED}"/>
          </ac:spMkLst>
        </pc:spChg>
        <pc:spChg chg="add mod">
          <ac:chgData name="헌정 임" userId="eb9ca9bd79f0560f" providerId="LiveId" clId="{A6339E56-8272-42D6-9D95-12E1A8284411}" dt="2026-07-03T23:50:31.260" v="2101"/>
          <ac:spMkLst>
            <pc:docMk/>
            <pc:sldMk cId="3863440157" sldId="395"/>
            <ac:spMk id="15" creationId="{B9DD7709-7813-C69F-69A9-15152D4504E0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23:48:19.882" v="1798" actId="1037"/>
          <ac:picMkLst>
            <pc:docMk/>
            <pc:sldMk cId="3863440157" sldId="395"/>
            <ac:picMk id="6" creationId="{B845D697-C236-3D8B-C60C-A557E44532D6}"/>
          </ac:picMkLst>
        </pc:picChg>
        <pc:picChg chg="del mod">
          <ac:chgData name="헌정 임" userId="eb9ca9bd79f0560f" providerId="LiveId" clId="{A6339E56-8272-42D6-9D95-12E1A8284411}" dt="2026-07-03T23:44:22.569" v="1420" actId="21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3:03:25.375" v="1280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 ord">
        <pc:chgData name="헌정 임" userId="eb9ca9bd79f0560f" providerId="LiveId" clId="{A6339E56-8272-42D6-9D95-12E1A8284411}" dt="2026-07-03T23:45:03.051" v="1426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  <pc:sldChg chg="addSp delSp modSp new mod">
        <pc:chgData name="헌정 임" userId="eb9ca9bd79f0560f" providerId="LiveId" clId="{A6339E56-8272-42D6-9D95-12E1A8284411}" dt="2026-07-03T23:49:18.103" v="1942" actId="20577"/>
        <pc:sldMkLst>
          <pc:docMk/>
          <pc:sldMk cId="3010018706" sldId="399"/>
        </pc:sldMkLst>
        <pc:spChg chg="del">
          <ac:chgData name="헌정 임" userId="eb9ca9bd79f0560f" providerId="LiveId" clId="{A6339E56-8272-42D6-9D95-12E1A8284411}" dt="2026-07-03T23:44:25.811" v="1422" actId="478"/>
          <ac:spMkLst>
            <pc:docMk/>
            <pc:sldMk cId="3010018706" sldId="399"/>
            <ac:spMk id="2" creationId="{C1C8F3FC-C2E0-3D02-A7B9-938AE0828F65}"/>
          </ac:spMkLst>
        </pc:spChg>
        <pc:spChg chg="add mod">
          <ac:chgData name="헌정 임" userId="eb9ca9bd79f0560f" providerId="LiveId" clId="{A6339E56-8272-42D6-9D95-12E1A8284411}" dt="2026-07-03T23:47:07.707" v="1650" actId="1076"/>
          <ac:spMkLst>
            <pc:docMk/>
            <pc:sldMk cId="3010018706" sldId="399"/>
            <ac:spMk id="3" creationId="{35BD330A-F750-BC0A-59DE-8C17077501E7}"/>
          </ac:spMkLst>
        </pc:spChg>
        <pc:spChg chg="add mod">
          <ac:chgData name="헌정 임" userId="eb9ca9bd79f0560f" providerId="LiveId" clId="{A6339E56-8272-42D6-9D95-12E1A8284411}" dt="2026-07-03T23:47:24.897" v="1673" actId="20577"/>
          <ac:spMkLst>
            <pc:docMk/>
            <pc:sldMk cId="3010018706" sldId="399"/>
            <ac:spMk id="4" creationId="{B5B606E5-D90C-0996-E172-7A5EC51A7C1D}"/>
          </ac:spMkLst>
        </pc:spChg>
        <pc:spChg chg="add del mod">
          <ac:chgData name="헌정 임" userId="eb9ca9bd79f0560f" providerId="LiveId" clId="{A6339E56-8272-42D6-9D95-12E1A8284411}" dt="2026-07-03T23:47:26.164" v="1675"/>
          <ac:spMkLst>
            <pc:docMk/>
            <pc:sldMk cId="3010018706" sldId="399"/>
            <ac:spMk id="5" creationId="{F2CA44A0-EC79-B970-161F-9F71530DE3EB}"/>
          </ac:spMkLst>
        </pc:spChg>
        <pc:spChg chg="add mod">
          <ac:chgData name="헌정 임" userId="eb9ca9bd79f0560f" providerId="LiveId" clId="{A6339E56-8272-42D6-9D95-12E1A8284411}" dt="2026-07-03T23:49:18.103" v="1942" actId="20577"/>
          <ac:spMkLst>
            <pc:docMk/>
            <pc:sldMk cId="3010018706" sldId="399"/>
            <ac:spMk id="6" creationId="{8CBAADC2-493A-A8EC-B12E-55DE5B08C5B5}"/>
          </ac:spMkLst>
        </pc:spChg>
        <pc:picChg chg="add mod">
          <ac:chgData name="헌정 임" userId="eb9ca9bd79f0560f" providerId="LiveId" clId="{A6339E56-8272-42D6-9D95-12E1A8284411}" dt="2026-07-03T23:45:12.504" v="1427" actId="1076"/>
          <ac:picMkLst>
            <pc:docMk/>
            <pc:sldMk cId="3010018706" sldId="399"/>
            <ac:picMk id="8" creationId="{7C0EF117-428F-9EDD-E27F-AA9FBB0411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2231" y="997517"/>
            <a:ext cx="4248181" cy="318743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131481" y="1193235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265946" y="1720667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장치 파일관리에서 활용 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FFBD18-5489-51B0-7198-77957871EC26}"/>
              </a:ext>
            </a:extLst>
          </p:cNvPr>
          <p:cNvSpPr/>
          <p:nvPr/>
        </p:nvSpPr>
        <p:spPr>
          <a:xfrm>
            <a:off x="435019" y="1445292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SSH/SFTP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접속 정보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2D9C4B-1C6A-D66B-A659-8DAB53D06786}"/>
              </a:ext>
            </a:extLst>
          </p:cNvPr>
          <p:cNvSpPr/>
          <p:nvPr/>
        </p:nvSpPr>
        <p:spPr>
          <a:xfrm>
            <a:off x="435019" y="2102425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Port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2888A0-6698-4471-AE02-8C20BC1C3953}"/>
              </a:ext>
            </a:extLst>
          </p:cNvPr>
          <p:cNvSpPr/>
          <p:nvPr/>
        </p:nvSpPr>
        <p:spPr>
          <a:xfrm>
            <a:off x="435019" y="3303956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Password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7CC288-6D57-C8AD-55BD-B81F3786A2ED}"/>
              </a:ext>
            </a:extLst>
          </p:cNvPr>
          <p:cNvSpPr/>
          <p:nvPr/>
        </p:nvSpPr>
        <p:spPr>
          <a:xfrm>
            <a:off x="4808236" y="1566308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장치를 등록 할 때 활용 됩니다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DD7709-7813-C69F-69A9-15152D4504E0}"/>
              </a:ext>
            </a:extLst>
          </p:cNvPr>
          <p:cNvSpPr txBox="1"/>
          <p:nvPr/>
        </p:nvSpPr>
        <p:spPr>
          <a:xfrm>
            <a:off x="175699" y="4250718"/>
            <a:ext cx="40053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외부서 데이터 접근을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장치 파일 관리</a:t>
            </a:r>
            <a:r>
              <a:rPr lang="en-US" altLang="ko-KR" dirty="0"/>
              <a:t>”</a:t>
            </a:r>
            <a:r>
              <a:rPr lang="ko-KR" altLang="en-US" dirty="0"/>
              <a:t>창에서는 </a:t>
            </a:r>
            <a:r>
              <a:rPr lang="en-US" altLang="ko-KR" dirty="0"/>
              <a:t>SSH/SFTP</a:t>
            </a:r>
            <a:r>
              <a:rPr lang="ko-KR" altLang="en-US" dirty="0"/>
              <a:t>정보가 없습니다</a:t>
            </a:r>
            <a:r>
              <a:rPr lang="en-US" altLang="ko-KR" dirty="0"/>
              <a:t>. [</a:t>
            </a:r>
            <a:r>
              <a:rPr lang="ko-KR" altLang="en-US" dirty="0"/>
              <a:t>등록 이동</a:t>
            </a:r>
            <a:r>
              <a:rPr lang="en-US" altLang="ko-KR" dirty="0"/>
              <a:t>]” </a:t>
            </a:r>
            <a:r>
              <a:rPr lang="ko-KR" altLang="en-US" dirty="0"/>
              <a:t>등으로 알림</a:t>
            </a: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58" y="546943"/>
            <a:ext cx="4305331" cy="22098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5BD330A-F750-BC0A-59DE-8C17077501E7}"/>
              </a:ext>
            </a:extLst>
          </p:cNvPr>
          <p:cNvSpPr/>
          <p:nvPr/>
        </p:nvSpPr>
        <p:spPr>
          <a:xfrm>
            <a:off x="756276" y="991798"/>
            <a:ext cx="3398280" cy="366551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외부 데이터 저장소 정보를 입력 하세요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 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B606E5-D90C-0996-E172-7A5EC51A7C1D}"/>
              </a:ext>
            </a:extLst>
          </p:cNvPr>
          <p:cNvSpPr/>
          <p:nvPr/>
        </p:nvSpPr>
        <p:spPr>
          <a:xfrm>
            <a:off x="925349" y="716423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저장소 정보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BAADC2-493A-A8EC-B12E-55DE5B08C5B5}"/>
              </a:ext>
            </a:extLst>
          </p:cNvPr>
          <p:cNvSpPr txBox="1"/>
          <p:nvPr/>
        </p:nvSpPr>
        <p:spPr>
          <a:xfrm>
            <a:off x="5121965" y="755432"/>
            <a:ext cx="63742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외부에 데이터 저장을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</a:p>
        </p:txBody>
      </p:sp>
    </p:spTree>
    <p:extLst>
      <p:ext uri="{BB962C8B-B14F-4D97-AF65-F5344CB8AC3E}">
        <p14:creationId xmlns:p14="http://schemas.microsoft.com/office/powerpoint/2010/main" val="3010018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 dirty="0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1026</TotalTime>
  <Words>250</Words>
  <Application>Microsoft Office PowerPoint</Application>
  <PresentationFormat>와이드스크린</PresentationFormat>
  <Paragraphs>52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2026-07-03T23:50:32Z</dcterms:modified>
</cp:coreProperties>
</file>