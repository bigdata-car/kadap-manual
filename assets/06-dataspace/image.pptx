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394" r:id="rId4"/>
    <p:sldId id="261" r:id="rId5"/>
    <p:sldId id="389" r:id="rId6"/>
    <p:sldId id="384" r:id="rId7"/>
    <p:sldId id="385" r:id="rId8"/>
    <p:sldId id="395" r:id="rId9"/>
    <p:sldId id="396" r:id="rId10"/>
    <p:sldId id="397" r:id="rId11"/>
    <p:sldId id="387" r:id="rId12"/>
    <p:sldId id="388" r:id="rId13"/>
    <p:sldId id="392" r:id="rId14"/>
    <p:sldId id="398" r:id="rId15"/>
    <p:sldId id="393" r:id="rId16"/>
    <p:sldId id="256" r:id="rId17"/>
    <p:sldId id="257" r:id="rId18"/>
    <p:sldId id="259" r:id="rId19"/>
    <p:sldId id="258" r:id="rId20"/>
    <p:sldId id="260" r:id="rId21"/>
    <p:sldId id="380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110" dt="2026-07-03T12:57:22.7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629" y="8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">
      <pc:chgData name="헌정 임" userId="eb9ca9bd79f0560f" providerId="LiveId" clId="{A6339E56-8272-42D6-9D95-12E1A8284411}" dt="2026-07-03T12:57:22.740" v="1172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delSp modSp new mod">
        <pc:chgData name="헌정 임" userId="eb9ca9bd79f0560f" providerId="LiveId" clId="{A6339E56-8272-42D6-9D95-12E1A8284411}" dt="2026-07-03T12:45:32.954" v="783" actId="21"/>
        <pc:sldMkLst>
          <pc:docMk/>
          <pc:sldMk cId="2716414540" sldId="384"/>
        </pc:sldMkLst>
        <pc:spChg chg="add del mod">
          <ac:chgData name="헌정 임" userId="eb9ca9bd79f0560f" providerId="LiveId" clId="{A6339E56-8272-42D6-9D95-12E1A8284411}" dt="2026-07-03T12:45:28.623" v="782" actId="478"/>
          <ac:spMkLst>
            <pc:docMk/>
            <pc:sldMk cId="2716414540" sldId="384"/>
            <ac:spMk id="5" creationId="{93660AE3-B082-3249-8639-640915DF9573}"/>
          </ac:spMkLst>
        </pc:spChg>
        <pc:spChg chg="add del mod">
          <ac:chgData name="헌정 임" userId="eb9ca9bd79f0560f" providerId="LiveId" clId="{A6339E56-8272-42D6-9D95-12E1A8284411}" dt="2026-07-03T12:45:32.954" v="783" actId="21"/>
          <ac:spMkLst>
            <pc:docMk/>
            <pc:sldMk cId="2716414540" sldId="384"/>
            <ac:spMk id="6" creationId="{AFECB066-6B82-9680-532F-47556D50ECA3}"/>
          </ac:spMkLst>
        </pc:spChg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53:26.125" v="1043" actId="571"/>
        <pc:sldMkLst>
          <pc:docMk/>
          <pc:sldMk cId="1983847626" sldId="385"/>
        </pc:sldMkLst>
        <pc:spChg chg="add mod">
          <ac:chgData name="헌정 임" userId="eb9ca9bd79f0560f" providerId="LiveId" clId="{A6339E56-8272-42D6-9D95-12E1A8284411}" dt="2026-07-03T12:53:19.549" v="1042" actId="20577"/>
          <ac:spMkLst>
            <pc:docMk/>
            <pc:sldMk cId="1983847626" sldId="385"/>
            <ac:spMk id="14" creationId="{98207C3C-D8DE-0B0B-7F9C-F476F538AE47}"/>
          </ac:spMkLst>
        </pc:spChg>
        <pc:spChg chg="add mod">
          <ac:chgData name="헌정 임" userId="eb9ca9bd79f0560f" providerId="LiveId" clId="{A6339E56-8272-42D6-9D95-12E1A8284411}" dt="2026-07-03T12:45:37.609" v="785" actId="1076"/>
          <ac:spMkLst>
            <pc:docMk/>
            <pc:sldMk cId="1983847626" sldId="385"/>
            <ac:spMk id="15" creationId="{AFECB066-6B82-9680-532F-47556D50ECA3}"/>
          </ac:spMkLst>
        </pc:spChg>
        <pc:spChg chg="add mod">
          <ac:chgData name="헌정 임" userId="eb9ca9bd79f0560f" providerId="LiveId" clId="{A6339E56-8272-42D6-9D95-12E1A8284411}" dt="2026-07-03T12:53:17.190" v="1041" actId="20577"/>
          <ac:spMkLst>
            <pc:docMk/>
            <pc:sldMk cId="1983847626" sldId="385"/>
            <ac:spMk id="16" creationId="{9B6F4B20-A4A0-A12D-B811-C2B2E05E12EC}"/>
          </ac:spMkLst>
        </pc:spChg>
        <pc:spChg chg="add mod">
          <ac:chgData name="헌정 임" userId="eb9ca9bd79f0560f" providerId="LiveId" clId="{A6339E56-8272-42D6-9D95-12E1A8284411}" dt="2026-07-03T12:53:26.125" v="1043" actId="571"/>
          <ac:spMkLst>
            <pc:docMk/>
            <pc:sldMk cId="1983847626" sldId="385"/>
            <ac:spMk id="17" creationId="{B141E512-2EF8-ECDB-1647-A8ABC5977C29}"/>
          </ac:spMkLst>
        </pc:spChg>
        <pc:picChg chg="add mod modCrop">
          <ac:chgData name="헌정 임" userId="eb9ca9bd79f0560f" providerId="LiveId" clId="{A6339E56-8272-42D6-9D95-12E1A8284411}" dt="2026-07-03T12:43:54.723" v="669" actId="1076"/>
          <ac:picMkLst>
            <pc:docMk/>
            <pc:sldMk cId="1983847626" sldId="385"/>
            <ac:picMk id="4" creationId="{D46C9835-FBA8-76FF-19E1-17A22C19FE4D}"/>
          </ac:picMkLst>
        </pc:picChg>
        <pc:picChg chg="add del mod modCrop">
          <ac:chgData name="헌정 임" userId="eb9ca9bd79f0560f" providerId="LiveId" clId="{A6339E56-8272-42D6-9D95-12E1A8284411}" dt="2026-07-03T12:43:33.894" v="657" actId="478"/>
          <ac:picMkLst>
            <pc:docMk/>
            <pc:sldMk cId="1983847626" sldId="385"/>
            <ac:picMk id="6" creationId="{FC127FFB-6F9B-41DE-A499-C39EB3281D17}"/>
          </ac:picMkLst>
        </pc:picChg>
        <pc:picChg chg="add del mod">
          <ac:chgData name="헌정 임" userId="eb9ca9bd79f0560f" providerId="LiveId" clId="{A6339E56-8272-42D6-9D95-12E1A8284411}" dt="2026-07-03T12:43:34.539" v="658" actId="478"/>
          <ac:picMkLst>
            <pc:docMk/>
            <pc:sldMk cId="1983847626" sldId="385"/>
            <ac:picMk id="8" creationId="{5FE4F172-8AD1-5C42-0140-DA4A2BE3DD96}"/>
          </ac:picMkLst>
        </pc:picChg>
        <pc:picChg chg="add del mod">
          <ac:chgData name="헌정 임" userId="eb9ca9bd79f0560f" providerId="LiveId" clId="{A6339E56-8272-42D6-9D95-12E1A8284411}" dt="2026-07-03T12:43:32.547" v="655" actId="478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43:57.231" v="670" actId="1076"/>
          <ac:picMkLst>
            <pc:docMk/>
            <pc:sldMk cId="1983847626" sldId="385"/>
            <ac:picMk id="12" creationId="{8A1E3112-45E3-0CB1-E1B4-6F0256BAF1E3}"/>
          </ac:picMkLst>
        </pc:picChg>
        <pc:picChg chg="add del mod modCrop">
          <ac:chgData name="헌정 임" userId="eb9ca9bd79f0560f" providerId="LiveId" clId="{A6339E56-8272-42D6-9D95-12E1A8284411}" dt="2026-07-03T12:43:33.456" v="656" actId="478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12:36:12.746" v="94" actId="22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">
          <ac:chgData name="헌정 임" userId="eb9ca9bd79f0560f" providerId="LiveId" clId="{A6339E56-8272-42D6-9D95-12E1A8284411}" dt="2026-07-03T12:18:18.247" v="84" actId="22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53:05.307" v="1040" actId="113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35.687" v="108" actId="14100"/>
          <ac:spMkLst>
            <pc:docMk/>
            <pc:sldMk cId="2676242124" sldId="390"/>
            <ac:spMk id="6" creationId="{9B7B9073-8606-D0C1-8750-0AE40BAD927A}"/>
          </ac:spMkLst>
        </pc:spChg>
        <pc:spChg chg="add mod">
          <ac:chgData name="헌정 임" userId="eb9ca9bd79f0560f" providerId="LiveId" clId="{A6339E56-8272-42D6-9D95-12E1A8284411}" dt="2026-07-03T12:38:39.820" v="172" actId="14100"/>
          <ac:spMkLst>
            <pc:docMk/>
            <pc:sldMk cId="2676242124" sldId="390"/>
            <ac:spMk id="7" creationId="{9201944A-EB55-153D-FDE1-69F50483C688}"/>
          </ac:spMkLst>
        </pc:spChg>
        <pc:spChg chg="add mod">
          <ac:chgData name="헌정 임" userId="eb9ca9bd79f0560f" providerId="LiveId" clId="{A6339E56-8272-42D6-9D95-12E1A8284411}" dt="2026-07-03T12:38:34.601" v="171" actId="1076"/>
          <ac:spMkLst>
            <pc:docMk/>
            <pc:sldMk cId="2676242124" sldId="390"/>
            <ac:spMk id="11" creationId="{4249A169-15EF-2110-4375-3EB6008B6866}"/>
          </ac:spMkLst>
        </pc:spChg>
        <pc:spChg chg="add mod">
          <ac:chgData name="헌정 임" userId="eb9ca9bd79f0560f" providerId="LiveId" clId="{A6339E56-8272-42D6-9D95-12E1A8284411}" dt="2026-07-03T12:38:50.153" v="173" actId="571"/>
          <ac:spMkLst>
            <pc:docMk/>
            <pc:sldMk cId="2676242124" sldId="390"/>
            <ac:spMk id="14" creationId="{5DF8D435-254C-F3B1-32A8-6D5E176BE51E}"/>
          </ac:spMkLst>
        </pc:spChg>
        <pc:spChg chg="add mod">
          <ac:chgData name="헌정 임" userId="eb9ca9bd79f0560f" providerId="LiveId" clId="{A6339E56-8272-42D6-9D95-12E1A8284411}" dt="2026-07-03T12:53:05.307" v="1040" actId="113"/>
          <ac:spMkLst>
            <pc:docMk/>
            <pc:sldMk cId="2676242124" sldId="390"/>
            <ac:spMk id="15" creationId="{6AD0FD0E-D4CB-76D6-559B-263C57FDEE31}"/>
          </ac:spMkLst>
        </pc:spChg>
        <pc:picChg chg="add mod ord">
          <ac:chgData name="헌정 임" userId="eb9ca9bd79f0560f" providerId="LiveId" clId="{A6339E56-8272-42D6-9D95-12E1A8284411}" dt="2026-07-03T12:41:42.894" v="431" actId="1076"/>
          <ac:picMkLst>
            <pc:docMk/>
            <pc:sldMk cId="2676242124" sldId="390"/>
            <ac:picMk id="5" creationId="{C75BFF21-2AA7-77DF-62B2-D05B186ED8D0}"/>
          </ac:picMkLst>
        </pc:picChg>
        <pc:picChg chg="add del">
          <ac:chgData name="헌정 임" userId="eb9ca9bd79f0560f" providerId="LiveId" clId="{A6339E56-8272-42D6-9D95-12E1A8284411}" dt="2026-07-03T12:53:01.372" v="1039" actId="478"/>
          <ac:picMkLst>
            <pc:docMk/>
            <pc:sldMk cId="2676242124" sldId="390"/>
            <ac:picMk id="17" creationId="{4AE9F061-6028-4F87-D2B1-993AE8BE235A}"/>
          </ac:picMkLst>
        </pc:picChg>
        <pc:cxnChg chg="add mod">
          <ac:chgData name="헌정 임" userId="eb9ca9bd79f0560f" providerId="LiveId" clId="{A6339E56-8272-42D6-9D95-12E1A8284411}" dt="2026-07-03T12:38:39.820" v="172" actId="14100"/>
          <ac:cxnSpMkLst>
            <pc:docMk/>
            <pc:sldMk cId="2676242124" sldId="390"/>
            <ac:cxnSpMk id="9" creationId="{C13D8F2B-9FD2-3033-68A4-F11D17392FF0}"/>
          </ac:cxnSpMkLst>
        </pc:cxnChg>
      </pc:sldChg>
      <pc:sldChg chg="addSp delSp new mod">
        <pc:chgData name="헌정 임" userId="eb9ca9bd79f0560f" providerId="LiveId" clId="{A6339E56-8272-42D6-9D95-12E1A8284411}" dt="2026-07-03T12:39:46.153" v="301" actId="21"/>
        <pc:sldMkLst>
          <pc:docMk/>
          <pc:sldMk cId="1772083265" sldId="391"/>
        </pc:sldMkLst>
        <pc:picChg chg="add del">
          <ac:chgData name="헌정 임" userId="eb9ca9bd79f0560f" providerId="LiveId" clId="{A6339E56-8272-42D6-9D95-12E1A8284411}" dt="2026-07-03T12:39:46.153" v="301" actId="21"/>
          <ac:picMkLst>
            <pc:docMk/>
            <pc:sldMk cId="1772083265" sldId="391"/>
            <ac:picMk id="5" creationId="{6589C82B-76C7-FFFE-F8A8-EBE625E776D5}"/>
          </ac:picMkLst>
        </pc:picChg>
      </pc:sldChg>
      <pc:sldChg chg="addSp modSp new mod">
        <pc:chgData name="헌정 임" userId="eb9ca9bd79f0560f" providerId="LiveId" clId="{A6339E56-8272-42D6-9D95-12E1A8284411}" dt="2026-07-03T12:57:22.740" v="1172"/>
        <pc:sldMkLst>
          <pc:docMk/>
          <pc:sldMk cId="4061806259" sldId="392"/>
        </pc:sldMkLst>
        <pc:spChg chg="add mod">
          <ac:chgData name="헌정 임" userId="eb9ca9bd79f0560f" providerId="LiveId" clId="{A6339E56-8272-42D6-9D95-12E1A8284411}" dt="2026-07-03T12:56:23.586" v="1116" actId="14100"/>
          <ac:spMkLst>
            <pc:docMk/>
            <pc:sldMk cId="4061806259" sldId="392"/>
            <ac:spMk id="6" creationId="{A4C66587-2F99-2F32-4BE0-F4241EECA662}"/>
          </ac:spMkLst>
        </pc:spChg>
        <pc:spChg chg="add mod">
          <ac:chgData name="헌정 임" userId="eb9ca9bd79f0560f" providerId="LiveId" clId="{A6339E56-8272-42D6-9D95-12E1A8284411}" dt="2026-07-03T12:56:42.013" v="1121" actId="20577"/>
          <ac:spMkLst>
            <pc:docMk/>
            <pc:sldMk cId="4061806259" sldId="392"/>
            <ac:spMk id="8" creationId="{B442ED24-BD1F-0F8D-2EB3-9890BD2C6D6F}"/>
          </ac:spMkLst>
        </pc:spChg>
        <pc:spChg chg="add mod">
          <ac:chgData name="헌정 임" userId="eb9ca9bd79f0560f" providerId="LiveId" clId="{A6339E56-8272-42D6-9D95-12E1A8284411}" dt="2026-07-03T12:57:22.740" v="1172"/>
          <ac:spMkLst>
            <pc:docMk/>
            <pc:sldMk cId="4061806259" sldId="392"/>
            <ac:spMk id="11" creationId="{31053E93-66B7-018E-F9EC-0E101C8E2A84}"/>
          </ac:spMkLst>
        </pc:spChg>
        <pc:picChg chg="add">
          <ac:chgData name="헌정 임" userId="eb9ca9bd79f0560f" providerId="LiveId" clId="{A6339E56-8272-42D6-9D95-12E1A8284411}" dt="2026-07-03T12:55:08.722" v="1044" actId="22"/>
          <ac:picMkLst>
            <pc:docMk/>
            <pc:sldMk cId="4061806259" sldId="392"/>
            <ac:picMk id="4" creationId="{06F08584-1975-FEDC-2204-D3AB8D6EAE37}"/>
          </ac:picMkLst>
        </pc:picChg>
        <pc:picChg chg="add mod">
          <ac:chgData name="헌정 임" userId="eb9ca9bd79f0560f" providerId="LiveId" clId="{A6339E56-8272-42D6-9D95-12E1A8284411}" dt="2026-07-03T12:55:53.993" v="1052" actId="1440"/>
          <ac:picMkLst>
            <pc:docMk/>
            <pc:sldMk cId="4061806259" sldId="392"/>
            <ac:picMk id="5" creationId="{3DD657DB-9BF3-E3BF-6D87-A6AE803716DD}"/>
          </ac:picMkLst>
        </pc:picChg>
        <pc:picChg chg="add mod">
          <ac:chgData name="헌정 임" userId="eb9ca9bd79f0560f" providerId="LiveId" clId="{A6339E56-8272-42D6-9D95-12E1A8284411}" dt="2026-07-03T12:56:19.908" v="1114"/>
          <ac:picMkLst>
            <pc:docMk/>
            <pc:sldMk cId="4061806259" sldId="392"/>
            <ac:picMk id="7" creationId="{6B2783D0-2AFD-388E-76D0-440F4283A8B6}"/>
          </ac:picMkLst>
        </pc:picChg>
        <pc:cxnChg chg="add mod">
          <ac:chgData name="헌정 임" userId="eb9ca9bd79f0560f" providerId="LiveId" clId="{A6339E56-8272-42D6-9D95-12E1A8284411}" dt="2026-07-03T12:56:52.016" v="1123" actId="208"/>
          <ac:cxnSpMkLst>
            <pc:docMk/>
            <pc:sldMk cId="4061806259" sldId="392"/>
            <ac:cxnSpMk id="10" creationId="{8DB0ED0E-2808-3F95-B3EA-2285434A66C6}"/>
          </ac:cxnSpMkLst>
        </pc:cxnChg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  <pc:sldChg chg="addSp delSp modSp add mod">
        <pc:chgData name="헌정 임" userId="eb9ca9bd79f0560f" providerId="LiveId" clId="{A6339E56-8272-42D6-9D95-12E1A8284411}" dt="2026-07-03T12:40:48.957" v="429" actId="20577"/>
        <pc:sldMkLst>
          <pc:docMk/>
          <pc:sldMk cId="4202351708" sldId="394"/>
        </pc:sldMkLst>
        <pc:spChg chg="add mod">
          <ac:chgData name="헌정 임" userId="eb9ca9bd79f0560f" providerId="LiveId" clId="{A6339E56-8272-42D6-9D95-12E1A8284411}" dt="2026-07-03T12:40:48.957" v="429" actId="20577"/>
          <ac:spMkLst>
            <pc:docMk/>
            <pc:sldMk cId="4202351708" sldId="394"/>
            <ac:spMk id="3" creationId="{BEFB24E2-E246-886E-894B-8B4933F952B2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6" creationId="{13BF2556-CF82-9DA8-2680-3B0C94ECB2A6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7" creationId="{7EF4D5A0-28EE-C05D-BB74-427A40A5C62A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1" creationId="{663B606D-ADCC-5F2C-63C2-B82D98DACAB5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4" creationId="{AF120610-61FC-7D52-54B6-608776059934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5" creationId="{F037BA75-8225-EC42-A705-20419514FED9}"/>
          </ac:spMkLst>
        </pc:spChg>
        <pc:picChg chg="add mod">
          <ac:chgData name="헌정 임" userId="eb9ca9bd79f0560f" providerId="LiveId" clId="{A6339E56-8272-42D6-9D95-12E1A8284411}" dt="2026-07-03T12:39:58.948" v="308" actId="1035"/>
          <ac:picMkLst>
            <pc:docMk/>
            <pc:sldMk cId="4202351708" sldId="394"/>
            <ac:picMk id="2" creationId="{6589C82B-76C7-FFFE-F8A8-EBE625E776D5}"/>
          </ac:picMkLst>
        </pc:picChg>
        <pc:picChg chg="mod modCrop">
          <ac:chgData name="헌정 임" userId="eb9ca9bd79f0560f" providerId="LiveId" clId="{A6339E56-8272-42D6-9D95-12E1A8284411}" dt="2026-07-03T12:39:43.296" v="300" actId="732"/>
          <ac:picMkLst>
            <pc:docMk/>
            <pc:sldMk cId="4202351708" sldId="394"/>
            <ac:picMk id="5" creationId="{8E542F6A-4A10-00D0-732A-2F668532FFAD}"/>
          </ac:picMkLst>
        </pc:picChg>
        <pc:cxnChg chg="del mod">
          <ac:chgData name="헌정 임" userId="eb9ca9bd79f0560f" providerId="LiveId" clId="{A6339E56-8272-42D6-9D95-12E1A8284411}" dt="2026-07-03T12:40:06.058" v="309" actId="478"/>
          <ac:cxnSpMkLst>
            <pc:docMk/>
            <pc:sldMk cId="4202351708" sldId="394"/>
            <ac:cxnSpMk id="9" creationId="{643E5BAD-0D5B-7B77-6FEF-903720F3B008}"/>
          </ac:cxnSpMkLst>
        </pc:cxnChg>
      </pc:sldChg>
      <pc:sldChg chg="addSp delSp modSp add mod">
        <pc:chgData name="헌정 임" userId="eb9ca9bd79f0560f" providerId="LiveId" clId="{A6339E56-8272-42D6-9D95-12E1A8284411}" dt="2026-07-03T12:47:18.216" v="896"/>
        <pc:sldMkLst>
          <pc:docMk/>
          <pc:sldMk cId="3863440157" sldId="395"/>
        </pc:sldMkLst>
        <pc:spChg chg="add mod">
          <ac:chgData name="헌정 임" userId="eb9ca9bd79f0560f" providerId="LiveId" clId="{A6339E56-8272-42D6-9D95-12E1A8284411}" dt="2026-07-03T12:47:18.216" v="896"/>
          <ac:spMkLst>
            <pc:docMk/>
            <pc:sldMk cId="3863440157" sldId="395"/>
            <ac:spMk id="3" creationId="{60232472-F08E-ABF8-CCA6-ADC50821946D}"/>
          </ac:spMkLst>
        </pc:spChg>
        <pc:picChg chg="del">
          <ac:chgData name="헌정 임" userId="eb9ca9bd79f0560f" providerId="LiveId" clId="{A6339E56-8272-42D6-9D95-12E1A8284411}" dt="2026-07-03T12:43:36.678" v="660" actId="478"/>
          <ac:picMkLst>
            <pc:docMk/>
            <pc:sldMk cId="3863440157" sldId="395"/>
            <ac:picMk id="4" creationId="{8AAA649E-9899-0EC2-C6AD-154A0B8848D3}"/>
          </ac:picMkLst>
        </pc:picChg>
        <pc:picChg chg="mod">
          <ac:chgData name="헌정 임" userId="eb9ca9bd79f0560f" providerId="LiveId" clId="{A6339E56-8272-42D6-9D95-12E1A8284411}" dt="2026-07-03T12:46:07.986" v="791" actId="1076"/>
          <ac:picMkLst>
            <pc:docMk/>
            <pc:sldMk cId="3863440157" sldId="395"/>
            <ac:picMk id="6" creationId="{B845D697-C236-3D8B-C60C-A557E44532D6}"/>
          </ac:picMkLst>
        </pc:picChg>
        <pc:picChg chg="mod">
          <ac:chgData name="헌정 임" userId="eb9ca9bd79f0560f" providerId="LiveId" clId="{A6339E56-8272-42D6-9D95-12E1A8284411}" dt="2026-07-03T12:43:50.522" v="668" actId="1076"/>
          <ac:picMkLst>
            <pc:docMk/>
            <pc:sldMk cId="3863440157" sldId="395"/>
            <ac:picMk id="8" creationId="{7C0EF117-428F-9EDD-E27F-AA9FBB041137}"/>
          </ac:picMkLst>
        </pc:picChg>
        <pc:picChg chg="del">
          <ac:chgData name="헌정 임" userId="eb9ca9bd79f0560f" providerId="LiveId" clId="{A6339E56-8272-42D6-9D95-12E1A8284411}" dt="2026-07-03T12:43:38.158" v="662" actId="478"/>
          <ac:picMkLst>
            <pc:docMk/>
            <pc:sldMk cId="3863440157" sldId="395"/>
            <ac:picMk id="10" creationId="{5AA652DF-AC7B-4044-376E-1954AAD2738E}"/>
          </ac:picMkLst>
        </pc:picChg>
        <pc:picChg chg="del">
          <ac:chgData name="헌정 임" userId="eb9ca9bd79f0560f" providerId="LiveId" clId="{A6339E56-8272-42D6-9D95-12E1A8284411}" dt="2026-07-03T12:43:36.152" v="659" actId="478"/>
          <ac:picMkLst>
            <pc:docMk/>
            <pc:sldMk cId="3863440157" sldId="395"/>
            <ac:picMk id="11" creationId="{ADF74D7C-6615-BF02-4C30-A6CBC31D14C6}"/>
          </ac:picMkLst>
        </pc:picChg>
        <pc:picChg chg="del">
          <ac:chgData name="헌정 임" userId="eb9ca9bd79f0560f" providerId="LiveId" clId="{A6339E56-8272-42D6-9D95-12E1A8284411}" dt="2026-07-03T12:43:37.360" v="661" actId="478"/>
          <ac:picMkLst>
            <pc:docMk/>
            <pc:sldMk cId="3863440157" sldId="395"/>
            <ac:picMk id="12" creationId="{B04BEF68-A559-2595-C4FF-21F78E78934C}"/>
          </ac:picMkLst>
        </pc:picChg>
        <pc:picChg chg="mod">
          <ac:chgData name="헌정 임" userId="eb9ca9bd79f0560f" providerId="LiveId" clId="{A6339E56-8272-42D6-9D95-12E1A8284411}" dt="2026-07-03T12:43:47.612" v="666" actId="1076"/>
          <ac:picMkLst>
            <pc:docMk/>
            <pc:sldMk cId="3863440157" sldId="395"/>
            <ac:picMk id="13" creationId="{354B6CF4-6333-8CF0-DFD3-6D7C39B090C5}"/>
          </ac:picMkLst>
        </pc:picChg>
      </pc:sldChg>
      <pc:sldChg chg="add">
        <pc:chgData name="헌정 임" userId="eb9ca9bd79f0560f" providerId="LiveId" clId="{A6339E56-8272-42D6-9D95-12E1A8284411}" dt="2026-07-03T12:43:29.324" v="654"/>
        <pc:sldMkLst>
          <pc:docMk/>
          <pc:sldMk cId="2184797597" sldId="396"/>
        </pc:sldMkLst>
      </pc:sldChg>
      <pc:sldChg chg="addSp new mod">
        <pc:chgData name="헌정 임" userId="eb9ca9bd79f0560f" providerId="LiveId" clId="{A6339E56-8272-42D6-9D95-12E1A8284411}" dt="2026-07-03T12:51:53.931" v="898" actId="22"/>
        <pc:sldMkLst>
          <pc:docMk/>
          <pc:sldMk cId="3262085849" sldId="397"/>
        </pc:sldMkLst>
        <pc:picChg chg="add">
          <ac:chgData name="헌정 임" userId="eb9ca9bd79f0560f" providerId="LiveId" clId="{A6339E56-8272-42D6-9D95-12E1A8284411}" dt="2026-07-03T12:51:53.931" v="898" actId="22"/>
          <ac:picMkLst>
            <pc:docMk/>
            <pc:sldMk cId="3262085849" sldId="397"/>
            <ac:picMk id="4" creationId="{75E236EC-2819-2011-E945-249F35B3FDBB}"/>
          </ac:picMkLst>
        </pc:picChg>
      </pc:sldChg>
      <pc:sldChg chg="delSp modSp add mod">
        <pc:chgData name="헌정 임" userId="eb9ca9bd79f0560f" providerId="LiveId" clId="{A6339E56-8272-42D6-9D95-12E1A8284411}" dt="2026-07-03T12:55:29.342" v="1048" actId="21"/>
        <pc:sldMkLst>
          <pc:docMk/>
          <pc:sldMk cId="1099443927" sldId="398"/>
        </pc:sldMkLst>
        <pc:picChg chg="del mod">
          <ac:chgData name="헌정 임" userId="eb9ca9bd79f0560f" providerId="LiveId" clId="{A6339E56-8272-42D6-9D95-12E1A8284411}" dt="2026-07-03T12:55:29.342" v="1048" actId="21"/>
          <ac:picMkLst>
            <pc:docMk/>
            <pc:sldMk cId="1099443927" sldId="398"/>
            <ac:picMk id="4" creationId="{3DD657DB-9BF3-E3BF-6D87-A6AE803716D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2984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3073400" y="4527550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01944A-EB55-153D-FDE1-69F50483C688}"/>
              </a:ext>
            </a:extLst>
          </p:cNvPr>
          <p:cNvSpPr/>
          <p:nvPr/>
        </p:nvSpPr>
        <p:spPr>
          <a:xfrm>
            <a:off x="4394200" y="5403861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C13D8F2B-9FD2-3033-68A4-F11D17392FF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>
            <a:off x="5715000" y="4689475"/>
            <a:ext cx="1320800" cy="844556"/>
          </a:xfrm>
          <a:prstGeom prst="bentConnector3">
            <a:avLst>
              <a:gd name="adj1" fmla="val 117308"/>
            </a:avLst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49A169-15EF-2110-4375-3EB6008B6866}"/>
              </a:ext>
            </a:extLst>
          </p:cNvPr>
          <p:cNvSpPr txBox="1"/>
          <p:nvPr/>
        </p:nvSpPr>
        <p:spPr>
          <a:xfrm>
            <a:off x="7873999" y="4889500"/>
            <a:ext cx="4140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파일 명</a:t>
            </a:r>
            <a:r>
              <a:rPr lang="en-US" altLang="ko-KR" dirty="0">
                <a:highlight>
                  <a:srgbClr val="FFFF00"/>
                </a:highlight>
              </a:rPr>
              <a:t>(.</a:t>
            </a:r>
            <a:r>
              <a:rPr lang="en-US" altLang="ko-KR" dirty="0" err="1">
                <a:highlight>
                  <a:srgbClr val="FFFF00"/>
                </a:highlight>
              </a:rPr>
              <a:t>yaml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r>
              <a:rPr lang="ko-KR" altLang="en-US" dirty="0">
                <a:highlight>
                  <a:srgbClr val="FFFF00"/>
                </a:highlight>
              </a:rPr>
              <a:t>을 바꾸어도 반영 안됨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F8D435-254C-F3B1-32A8-6D5E176BE51E}"/>
              </a:ext>
            </a:extLst>
          </p:cNvPr>
          <p:cNvSpPr/>
          <p:nvPr/>
        </p:nvSpPr>
        <p:spPr>
          <a:xfrm>
            <a:off x="1231900" y="5664200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0FD0E-D4CB-76D6-559B-263C57FDEE31}"/>
              </a:ext>
            </a:extLst>
          </p:cNvPr>
          <p:cNvSpPr txBox="1"/>
          <p:nvPr/>
        </p:nvSpPr>
        <p:spPr>
          <a:xfrm>
            <a:off x="1282699" y="6002404"/>
            <a:ext cx="942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읽기 권한이 없어서 인지</a:t>
            </a:r>
            <a:r>
              <a:rPr lang="en-US" altLang="ko-KR" dirty="0">
                <a:highlight>
                  <a:srgbClr val="FFFF00"/>
                </a:highlight>
              </a:rPr>
              <a:t>, </a:t>
            </a:r>
            <a:r>
              <a:rPr lang="ko-KR" altLang="en-US" dirty="0">
                <a:highlight>
                  <a:srgbClr val="FFFF00"/>
                </a:highlight>
              </a:rPr>
              <a:t>업로드 하여도 인식 못함</a:t>
            </a:r>
            <a:endParaRPr lang="en-US" altLang="ko-KR" dirty="0">
              <a:highlight>
                <a:srgbClr val="FFFF00"/>
              </a:highlight>
            </a:endParaRPr>
          </a:p>
          <a:p>
            <a:r>
              <a:rPr lang="en-US" altLang="ko-KR" dirty="0" err="1">
                <a:highlight>
                  <a:srgbClr val="FFFF00"/>
                </a:highlight>
              </a:rPr>
              <a:t>chmod</a:t>
            </a:r>
            <a:r>
              <a:rPr lang="en-US" altLang="ko-KR" dirty="0">
                <a:highlight>
                  <a:srgbClr val="FFFF00"/>
                </a:highlight>
              </a:rPr>
              <a:t> </a:t>
            </a:r>
            <a:r>
              <a:rPr lang="en-US" altLang="ko-KR" b="1" dirty="0">
                <a:solidFill>
                  <a:srgbClr val="C00000"/>
                </a:solidFill>
                <a:highlight>
                  <a:srgbClr val="FFFF00"/>
                </a:highlight>
              </a:rPr>
              <a:t>+r </a:t>
            </a:r>
            <a:r>
              <a:rPr lang="en-US" altLang="ko-KR" dirty="0">
                <a:highlight>
                  <a:srgbClr val="FFFF00"/>
                </a:highlight>
              </a:rPr>
              <a:t>edge5.kubeconfig </a:t>
            </a:r>
            <a:r>
              <a:rPr lang="ko-KR" altLang="en-US" dirty="0">
                <a:highlight>
                  <a:srgbClr val="FFFF00"/>
                </a:highlight>
              </a:rPr>
              <a:t>하면 다운로드 후 바로 업로드 하여도 인식 됨</a:t>
            </a:r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E6A8D-16EE-AA51-6E86-E1580084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E542F6A-4A10-00D0-732A-2F668532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478"/>
          <a:stretch>
            <a:fillRect/>
          </a:stretch>
        </p:blipFill>
        <p:spPr>
          <a:xfrm>
            <a:off x="1166776" y="298428"/>
            <a:ext cx="9858447" cy="1466872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6" y="1766877"/>
            <a:ext cx="5591216" cy="9239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FB24E2-E246-886E-894B-8B4933F952B2}"/>
              </a:ext>
            </a:extLst>
          </p:cNvPr>
          <p:cNvSpPr txBox="1"/>
          <p:nvPr/>
        </p:nvSpPr>
        <p:spPr>
          <a:xfrm>
            <a:off x="6721515" y="2044177"/>
            <a:ext cx="566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ß"/>
            </a:pPr>
            <a:r>
              <a:rPr lang="ko-KR" altLang="en-US" dirty="0">
                <a:sym typeface="Wingdings" panose="05000000000000000000" pitchFamily="2" charset="2"/>
              </a:rPr>
              <a:t>설정 파일 생성 알림 추가 표현 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    (</a:t>
            </a:r>
            <a:r>
              <a:rPr lang="ko-KR" altLang="en-US" dirty="0">
                <a:sym typeface="Wingdings" panose="05000000000000000000" pitchFamily="2" charset="2"/>
              </a:rPr>
              <a:t>박스 표시로 강조</a:t>
            </a:r>
            <a:r>
              <a:rPr lang="en-US" altLang="ko-KR" dirty="0">
                <a:sym typeface="Wingdings" panose="05000000000000000000" pitchFamily="2" charset="2"/>
              </a:rPr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2351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4716150" y="1025403"/>
            <a:ext cx="4333907" cy="154478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9186846" y="1001101"/>
            <a:ext cx="4333907" cy="16050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207C3C-D8DE-0B0B-7F9C-F476F538AE47}"/>
              </a:ext>
            </a:extLst>
          </p:cNvPr>
          <p:cNvSpPr txBox="1"/>
          <p:nvPr/>
        </p:nvSpPr>
        <p:spPr>
          <a:xfrm>
            <a:off x="4762499" y="2771069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ECB066-6B82-9680-532F-47556D50ECA3}"/>
              </a:ext>
            </a:extLst>
          </p:cNvPr>
          <p:cNvSpPr/>
          <p:nvPr/>
        </p:nvSpPr>
        <p:spPr>
          <a:xfrm>
            <a:off x="50210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6F4B20-A4A0-A12D-B811-C2B2E05E12EC}"/>
              </a:ext>
            </a:extLst>
          </p:cNvPr>
          <p:cNvSpPr txBox="1"/>
          <p:nvPr/>
        </p:nvSpPr>
        <p:spPr>
          <a:xfrm>
            <a:off x="9493250" y="2771069"/>
            <a:ext cx="47307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endParaRPr lang="en-US" altLang="ko-KR" dirty="0"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41E512-2EF8-ECDB-1647-A8ABC5977C29}"/>
              </a:ext>
            </a:extLst>
          </p:cNvPr>
          <p:cNvSpPr/>
          <p:nvPr/>
        </p:nvSpPr>
        <p:spPr>
          <a:xfrm>
            <a:off x="95422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6000-5925-50CD-1F11-95E1FDB5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AA3A61-216E-AE8E-B4F6-9DC84106F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45D697-C236-3D8B-C60C-A557E4453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99"/>
          <a:stretch>
            <a:fillRect/>
          </a:stretch>
        </p:blipFill>
        <p:spPr>
          <a:xfrm>
            <a:off x="4528857" y="997517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C0EF117-428F-9EDD-E27F-AA9FBB041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6233" y="997517"/>
            <a:ext cx="4305331" cy="22098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54B6CF4-6333-8CF0-DFD3-6D7C39B09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379"/>
          <a:stretch>
            <a:fillRect/>
          </a:stretch>
        </p:blipFill>
        <p:spPr>
          <a:xfrm>
            <a:off x="83857" y="1095376"/>
            <a:ext cx="4248181" cy="29917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32472-F08E-ABF8-CCA6-ADC50821946D}"/>
              </a:ext>
            </a:extLst>
          </p:cNvPr>
          <p:cNvSpPr/>
          <p:nvPr/>
        </p:nvSpPr>
        <p:spPr>
          <a:xfrm>
            <a:off x="882172" y="4948400"/>
            <a:ext cx="4305778" cy="474500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장비내 파일 탐색기 활용 됩니다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</a:rPr>
              <a:t>. </a:t>
            </a:r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3440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9DA8-6EB5-D1DF-F3F2-863231B1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C423C-55EB-11F0-6F2C-E759A1DE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6C6874-D593-7ADA-8954-ED08CC6AA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A6B0C8-97A8-2EF8-0BC3-A89525C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01C9C8-E61E-2E12-D266-F2A8CEB4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1D47F4E-42E2-8C2C-5C7F-01E5F29A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68C36DC-72E7-DE21-BB45-CC921BE2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C550799-BF56-449B-43FB-0642AB0E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5A8B3AC-E6FE-EBF6-EB2B-1EA68141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7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6E85DB-23E2-8AE2-7730-D2E6CFCBB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5E236EC-2819-2011-E945-249F35B3F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46" y="2214553"/>
            <a:ext cx="11401508" cy="242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85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F08584-1975-FEDC-2204-D3AB8D6EA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277"/>
            <a:ext cx="12192000" cy="67034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DD657DB-9BF3-E3BF-6D87-A6AE80371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018098"/>
            <a:ext cx="6248400" cy="3456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6587-2F99-2F32-4BE0-F4241EECA662}"/>
              </a:ext>
            </a:extLst>
          </p:cNvPr>
          <p:cNvSpPr txBox="1"/>
          <p:nvPr/>
        </p:nvSpPr>
        <p:spPr>
          <a:xfrm>
            <a:off x="5905500" y="2762250"/>
            <a:ext cx="373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C00000"/>
                </a:solidFill>
              </a:rPr>
              <a:t>전 단계에서 장비 모두 삭제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442ED24-BD1F-0F8D-2EB3-9890BD2C6D6F}"/>
              </a:ext>
            </a:extLst>
          </p:cNvPr>
          <p:cNvSpPr/>
          <p:nvPr/>
        </p:nvSpPr>
        <p:spPr>
          <a:xfrm>
            <a:off x="2177572" y="5519900"/>
            <a:ext cx="4070828" cy="699006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8DB0ED0E-2808-3F95-B3EA-2285434A66C6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5641490" y="3738492"/>
            <a:ext cx="2737821" cy="152400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053E93-66B7-018E-F9EC-0E101C8E2A84}"/>
              </a:ext>
            </a:extLst>
          </p:cNvPr>
          <p:cNvSpPr txBox="1"/>
          <p:nvPr/>
        </p:nvSpPr>
        <p:spPr>
          <a:xfrm>
            <a:off x="7874000" y="5580394"/>
            <a:ext cx="4730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깨진</a:t>
            </a:r>
            <a:r>
              <a:rPr lang="en-US" altLang="ko-KR" dirty="0">
                <a:highlight>
                  <a:srgbClr val="FFFF00"/>
                </a:highlight>
              </a:rPr>
              <a:t>(??) </a:t>
            </a:r>
            <a:r>
              <a:rPr lang="ko-KR" altLang="en-US" dirty="0" err="1">
                <a:highlight>
                  <a:srgbClr val="FFFF00"/>
                </a:highlight>
              </a:rPr>
              <a:t>장비명</a:t>
            </a:r>
            <a:r>
              <a:rPr lang="ko-KR" altLang="en-US">
                <a:highlight>
                  <a:srgbClr val="FFFF00"/>
                </a:highlight>
              </a:rPr>
              <a:t> 남아 있음</a:t>
            </a:r>
            <a:endParaRPr lang="en-US" altLang="ko-K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E9E1-A469-215B-8A86-08BF9114D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83AA7-57FC-7A6E-7159-D66E15BE2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31254A-5503-4C53-B301-6E63F8540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443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173</Words>
  <Application>Microsoft Office PowerPoint</Application>
  <PresentationFormat>와이드스크린</PresentationFormat>
  <Paragraphs>38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2026-07-03T12:57:23Z</dcterms:modified>
</cp:coreProperties>
</file>