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90" r:id="rId2"/>
    <p:sldId id="391" r:id="rId3"/>
    <p:sldId id="261" r:id="rId4"/>
    <p:sldId id="389" r:id="rId5"/>
    <p:sldId id="384" r:id="rId6"/>
    <p:sldId id="385" r:id="rId7"/>
    <p:sldId id="387" r:id="rId8"/>
    <p:sldId id="388" r:id="rId9"/>
    <p:sldId id="392" r:id="rId10"/>
    <p:sldId id="393" r:id="rId11"/>
    <p:sldId id="256" r:id="rId12"/>
    <p:sldId id="257" r:id="rId13"/>
    <p:sldId id="259" r:id="rId14"/>
    <p:sldId id="258" r:id="rId15"/>
    <p:sldId id="260" r:id="rId16"/>
    <p:sldId id="38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10" dt="2026-07-03T12:36:22.0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669" y="3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">
      <pc:chgData name="헌정 임" userId="eb9ca9bd79f0560f" providerId="LiveId" clId="{A6339E56-8272-42D6-9D95-12E1A8284411}" dt="2026-07-03T12:37:16.613" v="104" actId="693"/>
      <pc:docMkLst>
        <pc:docMk/>
      </pc:docMkLst>
      <pc:sldChg chg="del">
        <pc:chgData name="헌정 임" userId="eb9ca9bd79f0560f" providerId="LiveId" clId="{A6339E56-8272-42D6-9D95-12E1A8284411}" dt="2026-07-03T12:36:19.623" v="97" actId="2696"/>
        <pc:sldMkLst>
          <pc:docMk/>
          <pc:sldMk cId="2282982365" sldId="256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589339983" sldId="256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331024538" sldId="257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4276870801" sldId="257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040387894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992724321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580931778" sldId="259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3313299812" sldId="259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595150386" sldId="260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2534719469" sldId="260"/>
        </pc:sldMkLst>
      </pc:sldChg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del mod">
        <pc:chgData name="헌정 임" userId="eb9ca9bd79f0560f" providerId="LiveId" clId="{A6339E56-8272-42D6-9D95-12E1A8284411}" dt="2026-07-03T12:36:19.623" v="97" actId="2696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383271283" sldId="380"/>
        </pc:sldMkLst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modSp new mod">
        <pc:chgData name="헌정 임" userId="eb9ca9bd79f0560f" providerId="LiveId" clId="{A6339E56-8272-42D6-9D95-12E1A8284411}" dt="2026-07-03T12:15:52.502" v="73" actId="732"/>
        <pc:sldMkLst>
          <pc:docMk/>
          <pc:sldMk cId="2716414540" sldId="384"/>
        </pc:sldMkLst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05:19.726" v="55" actId="21"/>
        <pc:sldMkLst>
          <pc:docMk/>
          <pc:sldMk cId="1983847626" sldId="385"/>
        </pc:sldMkLst>
        <pc:picChg chg="add mod modCrop">
          <ac:chgData name="헌정 임" userId="eb9ca9bd79f0560f" providerId="LiveId" clId="{A6339E56-8272-42D6-9D95-12E1A8284411}" dt="2026-07-03T11:57:29.577" v="38" actId="1076"/>
          <ac:picMkLst>
            <pc:docMk/>
            <pc:sldMk cId="1983847626" sldId="385"/>
            <ac:picMk id="4" creationId="{D46C9835-FBA8-76FF-19E1-17A22C19FE4D}"/>
          </ac:picMkLst>
        </pc:picChg>
        <pc:picChg chg="add mod modCrop">
          <ac:chgData name="헌정 임" userId="eb9ca9bd79f0560f" providerId="LiveId" clId="{A6339E56-8272-42D6-9D95-12E1A8284411}" dt="2026-07-03T11:57:58.895" v="45" actId="1076"/>
          <ac:picMkLst>
            <pc:docMk/>
            <pc:sldMk cId="1983847626" sldId="385"/>
            <ac:picMk id="6" creationId="{FC127FFB-6F9B-41DE-A499-C39EB3281D17}"/>
          </ac:picMkLst>
        </pc:picChg>
        <pc:picChg chg="add mod">
          <ac:chgData name="헌정 임" userId="eb9ca9bd79f0560f" providerId="LiveId" clId="{A6339E56-8272-42D6-9D95-12E1A8284411}" dt="2026-07-03T11:57:57.423" v="44" actId="1076"/>
          <ac:picMkLst>
            <pc:docMk/>
            <pc:sldMk cId="1983847626" sldId="385"/>
            <ac:picMk id="8" creationId="{5FE4F172-8AD1-5C42-0140-DA4A2BE3DD96}"/>
          </ac:picMkLst>
        </pc:picChg>
        <pc:picChg chg="add mod">
          <ac:chgData name="헌정 임" userId="eb9ca9bd79f0560f" providerId="LiveId" clId="{A6339E56-8272-42D6-9D95-12E1A8284411}" dt="2026-07-03T11:58:00.547" v="46" actId="1076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05:19.726" v="55" actId="21"/>
          <ac:picMkLst>
            <pc:docMk/>
            <pc:sldMk cId="1983847626" sldId="385"/>
            <ac:picMk id="12" creationId="{8A1E3112-45E3-0CB1-E1B4-6F0256BAF1E3}"/>
          </ac:picMkLst>
        </pc:picChg>
        <pc:picChg chg="add mod modCrop">
          <ac:chgData name="헌정 임" userId="eb9ca9bd79f0560f" providerId="LiveId" clId="{A6339E56-8272-42D6-9D95-12E1A8284411}" dt="2026-07-03T11:57:44.864" v="41" actId="732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delSp modSp new mod">
        <pc:chgData name="헌정 임" userId="eb9ca9bd79f0560f" providerId="LiveId" clId="{A6339E56-8272-42D6-9D95-12E1A8284411}" dt="2026-07-03T12:36:12.746" v="94" actId="22"/>
        <pc:sldMkLst>
          <pc:docMk/>
          <pc:sldMk cId="1109579226" sldId="388"/>
        </pc:sldMkLst>
        <pc:spChg chg="add mod">
          <ac:chgData name="헌정 임" userId="eb9ca9bd79f0560f" providerId="LiveId" clId="{A6339E56-8272-42D6-9D95-12E1A8284411}" dt="2026-07-03T12:18:21.776" v="85"/>
          <ac:spMkLst>
            <pc:docMk/>
            <pc:sldMk cId="1109579226" sldId="388"/>
            <ac:spMk id="7" creationId="{14B85EC4-8F40-3159-DBE0-117F5C1C36A2}"/>
          </ac:spMkLst>
        </pc:spChg>
        <pc:picChg chg="add del mod modCrop">
          <ac:chgData name="헌정 임" userId="eb9ca9bd79f0560f" providerId="LiveId" clId="{A6339E56-8272-42D6-9D95-12E1A8284411}" dt="2026-07-03T12:17:46.315" v="83" actId="478"/>
          <ac:picMkLst>
            <pc:docMk/>
            <pc:sldMk cId="1109579226" sldId="388"/>
            <ac:picMk id="4" creationId="{C981B778-07B5-E856-C945-43C97FBF7C74}"/>
          </ac:picMkLst>
        </pc:picChg>
        <pc:picChg chg="add">
          <ac:chgData name="헌정 임" userId="eb9ca9bd79f0560f" providerId="LiveId" clId="{A6339E56-8272-42D6-9D95-12E1A8284411}" dt="2026-07-03T12:18:18.247" v="84" actId="22"/>
          <ac:picMkLst>
            <pc:docMk/>
            <pc:sldMk cId="1109579226" sldId="388"/>
            <ac:picMk id="6" creationId="{48EF2E57-901F-B412-D2ED-829178775CF8}"/>
          </ac:picMkLst>
        </pc:picChg>
        <pc:picChg chg="add del">
          <ac:chgData name="헌정 임" userId="eb9ca9bd79f0560f" providerId="LiveId" clId="{A6339E56-8272-42D6-9D95-12E1A8284411}" dt="2026-07-03T12:18:28.759" v="87" actId="21"/>
          <ac:picMkLst>
            <pc:docMk/>
            <pc:sldMk cId="1109579226" sldId="388"/>
            <ac:picMk id="9" creationId="{D97FD00F-7F9A-0DC2-4006-41A12726F1EE}"/>
          </ac:picMkLst>
        </pc:picChg>
        <pc:picChg chg="add del">
          <ac:chgData name="헌정 임" userId="eb9ca9bd79f0560f" providerId="LiveId" clId="{A6339E56-8272-42D6-9D95-12E1A8284411}" dt="2026-07-03T12:36:12.746" v="94" actId="22"/>
          <ac:picMkLst>
            <pc:docMk/>
            <pc:sldMk cId="1109579226" sldId="388"/>
            <ac:picMk id="11" creationId="{BEF2989B-9194-05A1-C035-164717E10200}"/>
          </ac:picMkLst>
        </pc:picChg>
      </pc:sldChg>
      <pc:sldChg chg="addSp delSp modSp new mod">
        <pc:chgData name="헌정 임" userId="eb9ca9bd79f0560f" providerId="LiveId" clId="{A6339E56-8272-42D6-9D95-12E1A8284411}" dt="2026-07-03T12:17:12.336" v="79" actId="21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  <pc:picChg chg="add del">
          <ac:chgData name="헌정 임" userId="eb9ca9bd79f0560f" providerId="LiveId" clId="{A6339E56-8272-42D6-9D95-12E1A8284411}" dt="2026-07-03T12:17:12.336" v="79" actId="21"/>
          <ac:picMkLst>
            <pc:docMk/>
            <pc:sldMk cId="1045847686" sldId="389"/>
            <ac:picMk id="7" creationId="{BADC532B-33D3-D4C5-8D4E-1052EEA3C666}"/>
          </ac:picMkLst>
        </pc:picChg>
      </pc:sldChg>
      <pc:sldChg chg="addSp delSp modSp new mod">
        <pc:chgData name="헌정 임" userId="eb9ca9bd79f0560f" providerId="LiveId" clId="{A6339E56-8272-42D6-9D95-12E1A8284411}" dt="2026-07-03T12:37:16.613" v="104" actId="693"/>
        <pc:sldMkLst>
          <pc:docMk/>
          <pc:sldMk cId="2676242124" sldId="390"/>
        </pc:sldMkLst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2" creationId="{4726A28A-587D-1072-ECE7-D1561D324FD2}"/>
          </ac:spMkLst>
        </pc:spChg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3" creationId="{2B24658C-4118-C4B8-3884-17B949343351}"/>
          </ac:spMkLst>
        </pc:spChg>
        <pc:spChg chg="add mod">
          <ac:chgData name="헌정 임" userId="eb9ca9bd79f0560f" providerId="LiveId" clId="{A6339E56-8272-42D6-9D95-12E1A8284411}" dt="2026-07-03T12:37:16.613" v="104" actId="693"/>
          <ac:spMkLst>
            <pc:docMk/>
            <pc:sldMk cId="2676242124" sldId="390"/>
            <ac:spMk id="6" creationId="{9B7B9073-8606-D0C1-8750-0AE40BAD927A}"/>
          </ac:spMkLst>
        </pc:spChg>
        <pc:picChg chg="add mod">
          <ac:chgData name="헌정 임" userId="eb9ca9bd79f0560f" providerId="LiveId" clId="{A6339E56-8272-42D6-9D95-12E1A8284411}" dt="2026-07-03T12:36:52.928" v="102" actId="208"/>
          <ac:picMkLst>
            <pc:docMk/>
            <pc:sldMk cId="2676242124" sldId="390"/>
            <ac:picMk id="5" creationId="{C75BFF21-2AA7-77DF-62B2-D05B186ED8D0}"/>
          </ac:picMkLst>
        </pc:picChg>
      </pc:sldChg>
      <pc:sldChg chg="addSp new mod">
        <pc:chgData name="헌정 임" userId="eb9ca9bd79f0560f" providerId="LiveId" clId="{A6339E56-8272-42D6-9D95-12E1A8284411}" dt="2026-07-03T12:35:57.979" v="92" actId="22"/>
        <pc:sldMkLst>
          <pc:docMk/>
          <pc:sldMk cId="1772083265" sldId="391"/>
        </pc:sldMkLst>
        <pc:picChg chg="add">
          <ac:chgData name="헌정 임" userId="eb9ca9bd79f0560f" providerId="LiveId" clId="{A6339E56-8272-42D6-9D95-12E1A8284411}" dt="2026-07-03T12:35:57.979" v="92" actId="22"/>
          <ac:picMkLst>
            <pc:docMk/>
            <pc:sldMk cId="1772083265" sldId="391"/>
            <ac:picMk id="5" creationId="{6589C82B-76C7-FFFE-F8A8-EBE625E776D5}"/>
          </ac:picMkLst>
        </pc:picChg>
      </pc:sldChg>
      <pc:sldChg chg="new">
        <pc:chgData name="헌정 임" userId="eb9ca9bd79f0560f" providerId="LiveId" clId="{A6339E56-8272-42D6-9D95-12E1A8284411}" dt="2026-07-03T12:36:21.600" v="98" actId="680"/>
        <pc:sldMkLst>
          <pc:docMk/>
          <pc:sldMk cId="4061806259" sldId="392"/>
        </pc:sldMkLst>
      </pc:sldChg>
      <pc:sldChg chg="new">
        <pc:chgData name="헌정 임" userId="eb9ca9bd79f0560f" providerId="LiveId" clId="{A6339E56-8272-42D6-9D95-12E1A8284411}" dt="2026-07-03T12:36:21.768" v="99" actId="680"/>
        <pc:sldMkLst>
          <pc:docMk/>
          <pc:sldMk cId="1862866235" sldId="39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emf"/><Relationship Id="rId3" Type="http://schemas.openxmlformats.org/officeDocument/2006/relationships/image" Target="../media/image18.emf"/><Relationship Id="rId7" Type="http://schemas.openxmlformats.org/officeDocument/2006/relationships/image" Target="../media/image22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5BFF21-2AA7-77DF-62B2-D05B186ED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776" y="438128"/>
            <a:ext cx="9858447" cy="5981744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B7B9073-8606-D0C1-8750-0AE40BAD927A}"/>
              </a:ext>
            </a:extLst>
          </p:cNvPr>
          <p:cNvSpPr/>
          <p:nvPr/>
        </p:nvSpPr>
        <p:spPr>
          <a:xfrm>
            <a:off x="6045200" y="3689350"/>
            <a:ext cx="2641600" cy="774700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6242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2C4B6-F596-F78E-3A8C-23BCA79F7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1B4D87-F7B2-AB98-E8DD-ED3981191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589C82B-76C7-FFFE-F8A8-EBE625E776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392" y="2967034"/>
            <a:ext cx="5591216" cy="923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083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C127FFB-6F9B-41DE-A499-C39EB3281D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FE4F172-8AD1-5C42-0140-DA4A2BE3D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2735DA8-5C9C-348D-FD57-450DE0508F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C9043BD-C001-5B13-4D1A-9C757CE00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EF2E57-901F-B412-D2ED-82917877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94"/>
            <a:ext cx="12192000" cy="67476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B85EC4-8F40-3159-DBE0-117F5C1C36A2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68881-C95D-985B-7896-422ED4C2E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806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05BC9-4FD3-8553-71FF-489C2E19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866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39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70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9317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4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150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3271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62</Words>
  <Application>Microsoft Office PowerPoint</Application>
  <PresentationFormat>와이드스크린</PresentationFormat>
  <Paragraphs>27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맑은 고딕</vt:lpstr>
      <vt:lpstr>Arial</vt:lpstr>
      <vt:lpstr>Montserrat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2026-07-03T12:37:20Z</dcterms:modified>
</cp:coreProperties>
</file>