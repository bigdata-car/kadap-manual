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38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6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헌정 임" userId="eb9ca9bd79f0560f" providerId="LiveId" clId="{A6339E56-8272-42D6-9D95-12E1A8284411}"/>
    <pc:docChg chg="undo custSel addSld delSld modSld sldOrd">
      <pc:chgData name="헌정 임" userId="eb9ca9bd79f0560f" providerId="LiveId" clId="{A6339E56-8272-42D6-9D95-12E1A8284411}" dt="2026-07-17T02:37:10.071" v="7300" actId="47"/>
      <pc:docMkLst>
        <pc:docMk/>
      </pc:docMkLst>
      <pc:sldChg chg="add">
        <pc:chgData name="헌정 임" userId="eb9ca9bd79f0560f" providerId="LiveId" clId="{A6339E56-8272-42D6-9D95-12E1A8284411}" dt="2026-07-03T12:36:22.057" v="100"/>
        <pc:sldMkLst>
          <pc:docMk/>
          <pc:sldMk cId="3589339983" sldId="256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4276870801" sldId="257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1992724321" sldId="258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580931778" sldId="259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1595150386" sldId="260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1262162233" sldId="261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3383271283" sldId="380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2716414540" sldId="384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1983847626" sldId="385"/>
        </pc:sldMkLst>
      </pc:sldChg>
      <pc:sldChg chg="addSp modSp new del mod">
        <pc:chgData name="헌정 임" userId="eb9ca9bd79f0560f" providerId="LiveId" clId="{A6339E56-8272-42D6-9D95-12E1A8284411}" dt="2026-07-17T02:37:10.071" v="7300" actId="47"/>
        <pc:sldMkLst>
          <pc:docMk/>
          <pc:sldMk cId="333529903" sldId="387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1109579226" sldId="388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1045847686" sldId="389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2676242124" sldId="390"/>
        </pc:sldMkLst>
      </pc:sldChg>
      <pc:sldChg chg="addSp modSp new del mod">
        <pc:chgData name="헌정 임" userId="eb9ca9bd79f0560f" providerId="LiveId" clId="{A6339E56-8272-42D6-9D95-12E1A8284411}" dt="2026-07-17T02:37:10.071" v="7300" actId="47"/>
        <pc:sldMkLst>
          <pc:docMk/>
          <pc:sldMk cId="4061806259" sldId="392"/>
        </pc:sldMkLst>
      </pc:sldChg>
      <pc:sldChg chg="addSp modSp new del mod">
        <pc:chgData name="헌정 임" userId="eb9ca9bd79f0560f" providerId="LiveId" clId="{A6339E56-8272-42D6-9D95-12E1A8284411}" dt="2026-07-17T02:37:10.071" v="7300" actId="47"/>
        <pc:sldMkLst>
          <pc:docMk/>
          <pc:sldMk cId="1862866235" sldId="393"/>
        </pc:sldMkLst>
      </pc:sldChg>
      <pc:sldChg chg="addSp delSp modSp add del mod">
        <pc:chgData name="헌정 임" userId="eb9ca9bd79f0560f" providerId="LiveId" clId="{A6339E56-8272-42D6-9D95-12E1A8284411}" dt="2026-07-17T02:37:10.071" v="7300" actId="47"/>
        <pc:sldMkLst>
          <pc:docMk/>
          <pc:sldMk cId="4202351708" sldId="394"/>
        </pc:sldMkLst>
      </pc:sldChg>
      <pc:sldChg chg="addSp delSp modSp add del mod">
        <pc:chgData name="헌정 임" userId="eb9ca9bd79f0560f" providerId="LiveId" clId="{A6339E56-8272-42D6-9D95-12E1A8284411}" dt="2026-07-17T02:37:10.071" v="7300" actId="47"/>
        <pc:sldMkLst>
          <pc:docMk/>
          <pc:sldMk cId="3863440157" sldId="395"/>
        </pc:sldMkLst>
      </pc:sldChg>
      <pc:sldChg chg="add del ord">
        <pc:chgData name="헌정 임" userId="eb9ca9bd79f0560f" providerId="LiveId" clId="{A6339E56-8272-42D6-9D95-12E1A8284411}" dt="2026-07-17T02:37:10.071" v="7300" actId="47"/>
        <pc:sldMkLst>
          <pc:docMk/>
          <pc:sldMk cId="2184797597" sldId="396"/>
        </pc:sldMkLst>
      </pc:sldChg>
      <pc:sldChg chg="addSp new del mod">
        <pc:chgData name="헌정 임" userId="eb9ca9bd79f0560f" providerId="LiveId" clId="{A6339E56-8272-42D6-9D95-12E1A8284411}" dt="2026-07-17T02:37:10.071" v="7300" actId="47"/>
        <pc:sldMkLst>
          <pc:docMk/>
          <pc:sldMk cId="3262085849" sldId="397"/>
        </pc:sldMkLst>
      </pc:sldChg>
      <pc:sldChg chg="addSp delSp modSp add del mod">
        <pc:chgData name="헌정 임" userId="eb9ca9bd79f0560f" providerId="LiveId" clId="{A6339E56-8272-42D6-9D95-12E1A8284411}" dt="2026-07-17T02:37:10.071" v="7300" actId="47"/>
        <pc:sldMkLst>
          <pc:docMk/>
          <pc:sldMk cId="1099443927" sldId="398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3010018706" sldId="399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1762703876" sldId="400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3187036238" sldId="401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1628367054" sldId="402"/>
        </pc:sldMkLst>
      </pc:sldChg>
      <pc:sldChg chg="addSp modSp new del mod">
        <pc:chgData name="헌정 임" userId="eb9ca9bd79f0560f" providerId="LiveId" clId="{A6339E56-8272-42D6-9D95-12E1A8284411}" dt="2026-07-17T02:37:10.071" v="7300" actId="47"/>
        <pc:sldMkLst>
          <pc:docMk/>
          <pc:sldMk cId="1740472668" sldId="403"/>
        </pc:sldMkLst>
      </pc:sldChg>
      <pc:sldChg chg="addSp new del mod">
        <pc:chgData name="헌정 임" userId="eb9ca9bd79f0560f" providerId="LiveId" clId="{A6339E56-8272-42D6-9D95-12E1A8284411}" dt="2026-07-17T02:37:10.071" v="7300" actId="47"/>
        <pc:sldMkLst>
          <pc:docMk/>
          <pc:sldMk cId="2421219215" sldId="404"/>
        </pc:sldMkLst>
      </pc:sldChg>
      <pc:sldChg chg="addSp new del mod">
        <pc:chgData name="헌정 임" userId="eb9ca9bd79f0560f" providerId="LiveId" clId="{A6339E56-8272-42D6-9D95-12E1A8284411}" dt="2026-07-17T02:37:10.071" v="7300" actId="47"/>
        <pc:sldMkLst>
          <pc:docMk/>
          <pc:sldMk cId="1413464511" sldId="405"/>
        </pc:sldMkLst>
      </pc:sldChg>
      <pc:sldChg chg="addSp modSp new del mod">
        <pc:chgData name="헌정 임" userId="eb9ca9bd79f0560f" providerId="LiveId" clId="{A6339E56-8272-42D6-9D95-12E1A8284411}" dt="2026-07-17T02:37:10.071" v="7300" actId="47"/>
        <pc:sldMkLst>
          <pc:docMk/>
          <pc:sldMk cId="1911614107" sldId="406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2614194796" sldId="407"/>
        </pc:sldMkLst>
      </pc:sldChg>
      <pc:sldChg chg="addSp modSp new del mod">
        <pc:chgData name="헌정 임" userId="eb9ca9bd79f0560f" providerId="LiveId" clId="{A6339E56-8272-42D6-9D95-12E1A8284411}" dt="2026-07-17T02:37:10.071" v="7300" actId="47"/>
        <pc:sldMkLst>
          <pc:docMk/>
          <pc:sldMk cId="2386723332" sldId="408"/>
        </pc:sldMkLst>
      </pc:sldChg>
      <pc:sldChg chg="addSp delSp modSp new del mod">
        <pc:chgData name="헌정 임" userId="eb9ca9bd79f0560f" providerId="LiveId" clId="{A6339E56-8272-42D6-9D95-12E1A8284411}" dt="2026-07-17T02:37:10.071" v="7300" actId="47"/>
        <pc:sldMkLst>
          <pc:docMk/>
          <pc:sldMk cId="2971493212" sldId="4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E44C1-0B82-D42F-F0D6-57ED92C6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0C3C12-54D4-B18E-F1B2-048119364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ECD27-F7A7-BF8C-8A43-3AA5CC45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554C1-6857-CDE4-A14D-14B7598F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5A6B9-9885-8385-8716-69C8328B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5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E33E-7BE3-57F2-0143-3FB971ED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50126-AD4C-9EE5-9A12-428C896B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3DA6D-7C5B-E2F9-D011-DD7061A0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F029B-526B-792D-0595-17BD4039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D55AC-203A-D249-E884-1374A7FB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33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258DB-46E7-BF4C-F563-50729321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0AB68-9973-FA92-004E-A1A8614B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033EAB-68D7-965A-79F2-D4EC7E9C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A04E0-A03E-22B6-4DC3-E14BC1D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1A9DB-2419-E30E-B117-566964D8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19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D6C7E-F415-262C-C8BE-2273800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008D5-7753-4F1C-C3F1-00041436D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DA0DB-30E7-8AF7-EB48-E3E422281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3EA0C-2CC1-17E5-4CB0-64E7AD23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698AF-60B2-758C-3EA4-97EAEC95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0F1805-529C-AD26-546C-2F3CB77F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2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951EB-D06D-8B10-DD22-2DF8F37F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38825-0CCD-E69C-A35C-B6E40F187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B3072B-6F86-0324-99A5-21D7D49E2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99A6CD-9D83-691F-16E8-CD6E8771A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1938D2-E979-E3AF-6719-1B827FD89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6BB221-6D0C-F219-A435-F146ADBF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1E1640-D96D-DA95-8C23-60965765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46E1EE-BBCD-496F-84E9-6A8553CA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2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C0F6F-FCC8-60A0-FB5A-08061B334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25"/>
          </a:xfrm>
        </p:spPr>
        <p:txBody>
          <a:bodyPr lIns="0" tIns="0" rIns="0" bIns="0"/>
          <a:lstStyle>
            <a:lvl1pPr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A11D7-F849-3D00-592A-9182EAAC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C3449-7879-849A-9EA7-F03B4170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390A6E-2B03-2291-1D3E-33D211B0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0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7D4C8-02B3-32E1-2C1F-3CDAF182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14FB55-780A-B88E-715B-241FB76A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EFE1C-EDE8-CE03-2206-DCEE2B02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FB4C4-40D0-0CC9-6616-386E038D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C6C9A-A3A9-2FC9-6FF2-726DA217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3FB1F-D862-955B-18A9-16A96B3F0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BFD24-D0B4-3D88-33F4-AB80BB21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6AD03C-DDA2-73AD-9F6B-AF77CE9B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6FD68-5C1E-C5CE-5C34-7B9B1C43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54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6FF73-4345-A211-89CC-67FC9021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938887-1FA6-571B-5C6D-015A20764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335FFD-1CE0-3536-80B7-E8A21158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65207D-A3DE-7682-B864-EA7906A7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2BB25-26CD-37BC-C08C-58BD8E0D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3CC2E-0C3A-3936-1411-7E60074F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8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564F-AAD2-2A57-3709-6622C4BD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11DFDC-AE10-5C7C-A9E5-AB8024831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5BA68-007D-A075-3919-031DE971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DBCE8-5841-96BA-DB9A-647F5C7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8B99E-3027-5174-7C5D-B0DBB045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6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46BB64-6B4A-0319-2A2B-CF28CC99C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D16D16-6E34-2248-5979-C9FC1AD49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D26B5-130D-D939-A491-E63AECDE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A38D5-EFC4-EFAD-5CFF-585525CC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2F9B9-315A-D3B9-B951-631324F5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3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99EDB5-7B92-F59C-77FB-B0B078ED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F54A18-7153-B60F-AA84-98C06248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73490-E019-670A-94F0-7DE826941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012E-6ED8-483F-8F14-1B8137F5EF0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A55E5-DE93-6B84-AEAE-0E3395203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B21F6-25B7-0AE6-2603-8C7E5B1AA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08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7E4A0C88-4ADF-2786-7AA4-E227A7D6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테두리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81E7E21-2AF2-1631-1558-80E0B0A6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44665"/>
            <a:ext cx="5012267" cy="15127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03502DA-360C-6AF0-D305-BC362FA2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52999"/>
            <a:ext cx="5350933" cy="300284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FADF331-0F74-C288-5D8C-2266C708D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90" y="1052999"/>
            <a:ext cx="2788356" cy="17272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00CD633-EBF1-8401-88E8-DD3ECCBC5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90" y="2918488"/>
            <a:ext cx="3002844" cy="1715911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CD085F8-6DE3-8431-EEAC-9F245AA58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403" y="1052999"/>
            <a:ext cx="1930400" cy="12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3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10D6-6F1D-2D98-9AE5-B68BC459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FF8C7E13-3654-D68A-3D52-476FFD3ECD4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3272836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1EAFF9C-F9BC-6F1F-B5E9-C6EE484C1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60D7CA1-24A9-8570-B08D-E056583A2117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E3C5EBCF-C24D-CE39-B6F8-333A53C4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5C1B3317-D3FC-1031-1782-8606A2E3324E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586B2422-608F-F1CE-275D-87DAE25D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D660005-4B62-D1B6-34E7-01BE6B9F51AF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82AD988B-A8A0-FF23-EB5D-3ECB6E0C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1990F7CE-A733-D652-288F-A815746B77FD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1629BA7-25F4-1C1E-9D2C-D1BA921CD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2AD75EF-81F6-3468-F2C8-D90A9112076C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D12F736-E112-A5B7-1DE0-54411A0E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E2B85E2-BEC6-397C-C1FA-B032ACE5E5D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4AB5B97C-4C8C-7AF7-29C1-70D896039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2B72AF4C-6FCC-8758-7A62-19392A549C18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92E618A1-F203-E354-221C-2AE6B35C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E5FE8BC9-DC04-BBCF-137C-95FF065245AA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61CD5F13-D2F3-6DA0-0F99-55D5E16E5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9020B922-FBB4-33FB-5BB3-9D8496C28EF1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205AE157-CEAD-018D-5D2C-C6AE39EE0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B407CE30-0587-0300-1E79-C63B212E16F9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0A1679-09FF-9CEB-954F-AB067198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EB73DE63-FFB9-0649-54FF-646185BFD3A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08B0119C-4F73-B897-ABDB-D9FC4CF2A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DA8C6EF3-7BC6-3962-D236-1CB914C9FF00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CA856E63-EA8C-F626-52A4-8EE2B561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33E647C4-BBF9-3C51-15F7-C9BFDF0995C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4" name="Oval 31">
            <a:extLst>
              <a:ext uri="{FF2B5EF4-FFF2-40B4-BE49-F238E27FC236}">
                <a16:creationId xmlns:a16="http://schemas.microsoft.com/office/drawing/2014/main" id="{80E9D5DC-F56D-37C9-CB14-B0095C5E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22B74862-A50A-05A6-BB7F-306987C70898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FDABC8-264F-6E44-257F-714193AAC77E}"/>
              </a:ext>
            </a:extLst>
          </p:cNvPr>
          <p:cNvSpPr txBox="1"/>
          <p:nvPr/>
        </p:nvSpPr>
        <p:spPr>
          <a:xfrm>
            <a:off x="846138" y="294432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EB642F4-4ED5-46FC-8568-84B22635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10" y="3272836"/>
            <a:ext cx="180622" cy="214489"/>
          </a:xfrm>
          <a:prstGeom prst="rect">
            <a:avLst/>
          </a:prstGeom>
        </p:spPr>
      </p:pic>
      <p:sp>
        <p:nvSpPr>
          <p:cNvPr id="41" name="제목 40">
            <a:extLst>
              <a:ext uri="{FF2B5EF4-FFF2-40B4-BE49-F238E27FC236}">
                <a16:creationId xmlns:a16="http://schemas.microsoft.com/office/drawing/2014/main" id="{7BCB3D63-3602-1F31-6723-198DD0B8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7176DD2-DE3C-16CB-D9AC-03388BB1B7C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4076" y="5940540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791466-B04B-C470-DF10-1011D3FFE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D53A373E-ECCD-0035-4B44-D99E285B30F1}"/>
              </a:ext>
            </a:extLst>
          </p:cNvPr>
          <p:cNvSpPr>
            <a:spLocks noEditPoints="1"/>
          </p:cNvSpPr>
          <p:nvPr/>
        </p:nvSpPr>
        <p:spPr bwMode="auto">
          <a:xfrm>
            <a:off x="29940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F911A607-B576-C44C-EF02-CC5AAAFF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9" name="Freeform 8">
            <a:extLst>
              <a:ext uri="{FF2B5EF4-FFF2-40B4-BE49-F238E27FC236}">
                <a16:creationId xmlns:a16="http://schemas.microsoft.com/office/drawing/2014/main" id="{4D502453-1FC6-6E04-9963-EE8C8BC1EE70}"/>
              </a:ext>
            </a:extLst>
          </p:cNvPr>
          <p:cNvSpPr>
            <a:spLocks noEditPoints="1"/>
          </p:cNvSpPr>
          <p:nvPr/>
        </p:nvSpPr>
        <p:spPr bwMode="auto">
          <a:xfrm>
            <a:off x="4410076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7D573B98-5182-3BA7-DDA2-6CA7FBC46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6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948985C5-D936-1D3D-CA60-ECA3D745C88B}"/>
              </a:ext>
            </a:extLst>
          </p:cNvPr>
          <p:cNvSpPr>
            <a:spLocks noEditPoints="1"/>
          </p:cNvSpPr>
          <p:nvPr/>
        </p:nvSpPr>
        <p:spPr bwMode="auto">
          <a:xfrm>
            <a:off x="862014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F3D0CEBF-22F3-1243-2C2C-0D9F8A105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871BC1C1-0E6D-DB41-C065-5344F359F1B7}"/>
              </a:ext>
            </a:extLst>
          </p:cNvPr>
          <p:cNvSpPr>
            <a:spLocks noEditPoints="1"/>
          </p:cNvSpPr>
          <p:nvPr/>
        </p:nvSpPr>
        <p:spPr bwMode="auto">
          <a:xfrm>
            <a:off x="10953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96E76262-80FA-CB44-597F-E80A6454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9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CAE58A60-A0B5-80F3-37FF-10D764233632}"/>
              </a:ext>
            </a:extLst>
          </p:cNvPr>
          <p:cNvSpPr>
            <a:spLocks noEditPoints="1"/>
          </p:cNvSpPr>
          <p:nvPr/>
        </p:nvSpPr>
        <p:spPr bwMode="auto">
          <a:xfrm>
            <a:off x="136683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50A15894-0B9B-DA65-D7A0-8624F126E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9" name="Freeform 16">
            <a:extLst>
              <a:ext uri="{FF2B5EF4-FFF2-40B4-BE49-F238E27FC236}">
                <a16:creationId xmlns:a16="http://schemas.microsoft.com/office/drawing/2014/main" id="{770BA97B-6061-1817-E67C-044FA69E4A9D}"/>
              </a:ext>
            </a:extLst>
          </p:cNvPr>
          <p:cNvSpPr>
            <a:spLocks noEditPoints="1"/>
          </p:cNvSpPr>
          <p:nvPr/>
        </p:nvSpPr>
        <p:spPr bwMode="auto">
          <a:xfrm>
            <a:off x="16510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CB8EFB15-C997-0315-4B4C-75EE3939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1" name="Freeform 18">
            <a:extLst>
              <a:ext uri="{FF2B5EF4-FFF2-40B4-BE49-F238E27FC236}">
                <a16:creationId xmlns:a16="http://schemas.microsoft.com/office/drawing/2014/main" id="{F0A22E89-3320-F6E5-8887-3D396F0E195B}"/>
              </a:ext>
            </a:extLst>
          </p:cNvPr>
          <p:cNvSpPr>
            <a:spLocks noEditPoints="1"/>
          </p:cNvSpPr>
          <p:nvPr/>
        </p:nvSpPr>
        <p:spPr bwMode="auto">
          <a:xfrm>
            <a:off x="1917701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82EAE3F0-C426-46A3-74D0-E8A291D7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Freeform 20">
            <a:extLst>
              <a:ext uri="{FF2B5EF4-FFF2-40B4-BE49-F238E27FC236}">
                <a16:creationId xmlns:a16="http://schemas.microsoft.com/office/drawing/2014/main" id="{7AD0F716-F0C8-7077-4EAD-98734DBFE8DA}"/>
              </a:ext>
            </a:extLst>
          </p:cNvPr>
          <p:cNvSpPr>
            <a:spLocks noEditPoints="1"/>
          </p:cNvSpPr>
          <p:nvPr/>
        </p:nvSpPr>
        <p:spPr bwMode="auto">
          <a:xfrm>
            <a:off x="22098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4" name="Oval 21">
            <a:extLst>
              <a:ext uri="{FF2B5EF4-FFF2-40B4-BE49-F238E27FC236}">
                <a16:creationId xmlns:a16="http://schemas.microsoft.com/office/drawing/2014/main" id="{46289EF4-E2BD-05B8-9D37-8D77F340C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5" name="Freeform 22">
            <a:extLst>
              <a:ext uri="{FF2B5EF4-FFF2-40B4-BE49-F238E27FC236}">
                <a16:creationId xmlns:a16="http://schemas.microsoft.com/office/drawing/2014/main" id="{5B312B81-ABEA-3FBD-333F-2EE8AC7FC67A}"/>
              </a:ext>
            </a:extLst>
          </p:cNvPr>
          <p:cNvSpPr>
            <a:spLocks noEditPoints="1"/>
          </p:cNvSpPr>
          <p:nvPr/>
        </p:nvSpPr>
        <p:spPr bwMode="auto">
          <a:xfrm>
            <a:off x="2525714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6" name="Oval 23">
            <a:extLst>
              <a:ext uri="{FF2B5EF4-FFF2-40B4-BE49-F238E27FC236}">
                <a16:creationId xmlns:a16="http://schemas.microsoft.com/office/drawing/2014/main" id="{DE592E23-114C-A653-0054-3973752E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" name="Freeform 24">
            <a:extLst>
              <a:ext uri="{FF2B5EF4-FFF2-40B4-BE49-F238E27FC236}">
                <a16:creationId xmlns:a16="http://schemas.microsoft.com/office/drawing/2014/main" id="{75BE5BC7-44D3-D5CA-62BD-08376FF7784E}"/>
              </a:ext>
            </a:extLst>
          </p:cNvPr>
          <p:cNvSpPr>
            <a:spLocks noEditPoints="1"/>
          </p:cNvSpPr>
          <p:nvPr/>
        </p:nvSpPr>
        <p:spPr bwMode="auto">
          <a:xfrm>
            <a:off x="27336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" name="Oval 25">
            <a:extLst>
              <a:ext uri="{FF2B5EF4-FFF2-40B4-BE49-F238E27FC236}">
                <a16:creationId xmlns:a16="http://schemas.microsoft.com/office/drawing/2014/main" id="{EB71ECAC-E2CB-D30E-80A8-F07FC02E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" name="Freeform 26">
            <a:extLst>
              <a:ext uri="{FF2B5EF4-FFF2-40B4-BE49-F238E27FC236}">
                <a16:creationId xmlns:a16="http://schemas.microsoft.com/office/drawing/2014/main" id="{8CDE0D09-FCAC-C1AD-3FFE-AA36AB8EA51C}"/>
              </a:ext>
            </a:extLst>
          </p:cNvPr>
          <p:cNvSpPr>
            <a:spLocks noEditPoints="1"/>
          </p:cNvSpPr>
          <p:nvPr/>
        </p:nvSpPr>
        <p:spPr bwMode="auto">
          <a:xfrm>
            <a:off x="327818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" name="Oval 27">
            <a:extLst>
              <a:ext uri="{FF2B5EF4-FFF2-40B4-BE49-F238E27FC236}">
                <a16:creationId xmlns:a16="http://schemas.microsoft.com/office/drawing/2014/main" id="{B3FB1FB1-256A-CB6F-1B76-B4301B391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" name="Freeform 28">
            <a:extLst>
              <a:ext uri="{FF2B5EF4-FFF2-40B4-BE49-F238E27FC236}">
                <a16:creationId xmlns:a16="http://schemas.microsoft.com/office/drawing/2014/main" id="{E1C08CE9-CD84-8BEA-9B18-BDC342BD42DD}"/>
              </a:ext>
            </a:extLst>
          </p:cNvPr>
          <p:cNvSpPr>
            <a:spLocks noEditPoints="1"/>
          </p:cNvSpPr>
          <p:nvPr/>
        </p:nvSpPr>
        <p:spPr bwMode="auto">
          <a:xfrm>
            <a:off x="353853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Oval 29">
            <a:extLst>
              <a:ext uri="{FF2B5EF4-FFF2-40B4-BE49-F238E27FC236}">
                <a16:creationId xmlns:a16="http://schemas.microsoft.com/office/drawing/2014/main" id="{8E2C3364-FF8C-30FB-AA4D-BC123BCA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3" name="Freeform 30">
            <a:extLst>
              <a:ext uri="{FF2B5EF4-FFF2-40B4-BE49-F238E27FC236}">
                <a16:creationId xmlns:a16="http://schemas.microsoft.com/office/drawing/2014/main" id="{ADD28CE2-1AD4-45DD-6BA3-613A7479B2EB}"/>
              </a:ext>
            </a:extLst>
          </p:cNvPr>
          <p:cNvSpPr>
            <a:spLocks noEditPoints="1"/>
          </p:cNvSpPr>
          <p:nvPr/>
        </p:nvSpPr>
        <p:spPr bwMode="auto">
          <a:xfrm>
            <a:off x="38322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4" name="Oval 31">
            <a:extLst>
              <a:ext uri="{FF2B5EF4-FFF2-40B4-BE49-F238E27FC236}">
                <a16:creationId xmlns:a16="http://schemas.microsoft.com/office/drawing/2014/main" id="{BFA6F93E-49CC-EE95-877A-4D54253C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5" name="Freeform 32">
            <a:extLst>
              <a:ext uri="{FF2B5EF4-FFF2-40B4-BE49-F238E27FC236}">
                <a16:creationId xmlns:a16="http://schemas.microsoft.com/office/drawing/2014/main" id="{C142B30D-8BEC-E89A-8A12-FD26AB190F21}"/>
              </a:ext>
            </a:extLst>
          </p:cNvPr>
          <p:cNvSpPr>
            <a:spLocks noEditPoints="1"/>
          </p:cNvSpPr>
          <p:nvPr/>
        </p:nvSpPr>
        <p:spPr bwMode="auto">
          <a:xfrm>
            <a:off x="410368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588F4D-8A77-CC4E-ED2D-3C370F36695C}"/>
              </a:ext>
            </a:extLst>
          </p:cNvPr>
          <p:cNvSpPr txBox="1"/>
          <p:nvPr/>
        </p:nvSpPr>
        <p:spPr>
          <a:xfrm>
            <a:off x="857251" y="564482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36413604-4E27-8123-BF38-C723F499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110" y="5948478"/>
            <a:ext cx="180622" cy="214489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B71EABE-421D-C7D1-4120-A5BCBB8A7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53" y="2413720"/>
            <a:ext cx="3714044" cy="1806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CA30DD-5E7E-5271-73B8-F3CB40DF4D1E}"/>
              </a:ext>
            </a:extLst>
          </p:cNvPr>
          <p:cNvSpPr txBox="1"/>
          <p:nvPr/>
        </p:nvSpPr>
        <p:spPr>
          <a:xfrm>
            <a:off x="846138" y="208324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DB69A78B-9FF0-0CD2-F341-9CD60C41A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110" y="2413720"/>
            <a:ext cx="180622" cy="21448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30B0F8C-0BC7-AEBF-FD13-828F40A3A81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79" name="AutoShape 34">
            <a:extLst>
              <a:ext uri="{FF2B5EF4-FFF2-40B4-BE49-F238E27FC236}">
                <a16:creationId xmlns:a16="http://schemas.microsoft.com/office/drawing/2014/main" id="{7DC1A6AD-69AC-8895-FC12-B8FE6509A11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1503686"/>
            <a:ext cx="37147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" name="Oval 36">
            <a:extLst>
              <a:ext uri="{FF2B5EF4-FFF2-40B4-BE49-F238E27FC236}">
                <a16:creationId xmlns:a16="http://schemas.microsoft.com/office/drawing/2014/main" id="{C412782D-F3AE-7BAA-9BB2-BB3FE019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" name="Freeform 37">
            <a:extLst>
              <a:ext uri="{FF2B5EF4-FFF2-40B4-BE49-F238E27FC236}">
                <a16:creationId xmlns:a16="http://schemas.microsoft.com/office/drawing/2014/main" id="{BF2110F7-EAFD-8CE5-8E50-A2A68D8382CF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2" name="Oval 38">
            <a:extLst>
              <a:ext uri="{FF2B5EF4-FFF2-40B4-BE49-F238E27FC236}">
                <a16:creationId xmlns:a16="http://schemas.microsoft.com/office/drawing/2014/main" id="{B52B164C-2F5E-7C11-14A5-CD843B03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3" name="Freeform 39">
            <a:extLst>
              <a:ext uri="{FF2B5EF4-FFF2-40B4-BE49-F238E27FC236}">
                <a16:creationId xmlns:a16="http://schemas.microsoft.com/office/drawing/2014/main" id="{AC018BD2-0ED2-3377-E61F-A8AF5C690905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45D970CC-5DAD-7D63-5638-45F17734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5" name="Freeform 41">
            <a:extLst>
              <a:ext uri="{FF2B5EF4-FFF2-40B4-BE49-F238E27FC236}">
                <a16:creationId xmlns:a16="http://schemas.microsoft.com/office/drawing/2014/main" id="{E33B02D8-DFD5-53E9-6F6A-E8289DF20C56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6" name="Oval 42">
            <a:extLst>
              <a:ext uri="{FF2B5EF4-FFF2-40B4-BE49-F238E27FC236}">
                <a16:creationId xmlns:a16="http://schemas.microsoft.com/office/drawing/2014/main" id="{5DDE849D-3C8D-D5A5-1571-8304D256A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7" name="Freeform 43">
            <a:extLst>
              <a:ext uri="{FF2B5EF4-FFF2-40B4-BE49-F238E27FC236}">
                <a16:creationId xmlns:a16="http://schemas.microsoft.com/office/drawing/2014/main" id="{D3832BB1-1EF1-E664-A275-921830F559E4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8" name="Oval 44">
            <a:extLst>
              <a:ext uri="{FF2B5EF4-FFF2-40B4-BE49-F238E27FC236}">
                <a16:creationId xmlns:a16="http://schemas.microsoft.com/office/drawing/2014/main" id="{755EC5D5-5C3C-B396-7409-A1D0B20F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9" name="Freeform 45">
            <a:extLst>
              <a:ext uri="{FF2B5EF4-FFF2-40B4-BE49-F238E27FC236}">
                <a16:creationId xmlns:a16="http://schemas.microsoft.com/office/drawing/2014/main" id="{F7483330-4268-B844-EFA0-913361908647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0" name="Oval 46">
            <a:extLst>
              <a:ext uri="{FF2B5EF4-FFF2-40B4-BE49-F238E27FC236}">
                <a16:creationId xmlns:a16="http://schemas.microsoft.com/office/drawing/2014/main" id="{0D1EB87D-8752-BA72-6D80-3526518E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1" name="Freeform 47">
            <a:extLst>
              <a:ext uri="{FF2B5EF4-FFF2-40B4-BE49-F238E27FC236}">
                <a16:creationId xmlns:a16="http://schemas.microsoft.com/office/drawing/2014/main" id="{D8B06A5E-DF07-2A8D-7558-C7053B5495A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2" name="Oval 48">
            <a:extLst>
              <a:ext uri="{FF2B5EF4-FFF2-40B4-BE49-F238E27FC236}">
                <a16:creationId xmlns:a16="http://schemas.microsoft.com/office/drawing/2014/main" id="{FB1E99F2-DF40-E2CB-ADB2-DB977B43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3" name="Freeform 49">
            <a:extLst>
              <a:ext uri="{FF2B5EF4-FFF2-40B4-BE49-F238E27FC236}">
                <a16:creationId xmlns:a16="http://schemas.microsoft.com/office/drawing/2014/main" id="{0BBEEEB7-58C8-5FA0-0A14-9DFA55E45086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4" name="Oval 50">
            <a:extLst>
              <a:ext uri="{FF2B5EF4-FFF2-40B4-BE49-F238E27FC236}">
                <a16:creationId xmlns:a16="http://schemas.microsoft.com/office/drawing/2014/main" id="{CF0C72D3-3087-C757-4EDA-108B36FB8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5" name="Freeform 51">
            <a:extLst>
              <a:ext uri="{FF2B5EF4-FFF2-40B4-BE49-F238E27FC236}">
                <a16:creationId xmlns:a16="http://schemas.microsoft.com/office/drawing/2014/main" id="{89444D3B-97D4-A9CF-C4A0-70E105D4D240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6" name="Oval 52">
            <a:extLst>
              <a:ext uri="{FF2B5EF4-FFF2-40B4-BE49-F238E27FC236}">
                <a16:creationId xmlns:a16="http://schemas.microsoft.com/office/drawing/2014/main" id="{9F010FCB-0A34-5C6B-7DC1-EDEA3E775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7" name="Freeform 53">
            <a:extLst>
              <a:ext uri="{FF2B5EF4-FFF2-40B4-BE49-F238E27FC236}">
                <a16:creationId xmlns:a16="http://schemas.microsoft.com/office/drawing/2014/main" id="{5E4476C2-C034-5A5E-DC63-9C3930E10DDD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8" name="Oval 54">
            <a:extLst>
              <a:ext uri="{FF2B5EF4-FFF2-40B4-BE49-F238E27FC236}">
                <a16:creationId xmlns:a16="http://schemas.microsoft.com/office/drawing/2014/main" id="{19A27CFB-CD1A-83FC-D3AD-CB4931E8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9" name="Freeform 55">
            <a:extLst>
              <a:ext uri="{FF2B5EF4-FFF2-40B4-BE49-F238E27FC236}">
                <a16:creationId xmlns:a16="http://schemas.microsoft.com/office/drawing/2014/main" id="{786E519C-BE47-75C8-B367-A7A0DE810977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0" name="Oval 56">
            <a:extLst>
              <a:ext uri="{FF2B5EF4-FFF2-40B4-BE49-F238E27FC236}">
                <a16:creationId xmlns:a16="http://schemas.microsoft.com/office/drawing/2014/main" id="{CF5DA462-BEC0-518F-F2A7-7E607B56E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1" name="Freeform 57">
            <a:extLst>
              <a:ext uri="{FF2B5EF4-FFF2-40B4-BE49-F238E27FC236}">
                <a16:creationId xmlns:a16="http://schemas.microsoft.com/office/drawing/2014/main" id="{A02B69BF-8AD8-C294-1938-21B0E563A63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" name="Oval 58">
            <a:extLst>
              <a:ext uri="{FF2B5EF4-FFF2-40B4-BE49-F238E27FC236}">
                <a16:creationId xmlns:a16="http://schemas.microsoft.com/office/drawing/2014/main" id="{1FEDB5D4-DA79-BB06-1217-09B3F3DB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3" name="Freeform 59">
            <a:extLst>
              <a:ext uri="{FF2B5EF4-FFF2-40B4-BE49-F238E27FC236}">
                <a16:creationId xmlns:a16="http://schemas.microsoft.com/office/drawing/2014/main" id="{7B81E887-A0B9-47A1-51BF-4807A76A4C42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4" name="Oval 60">
            <a:extLst>
              <a:ext uri="{FF2B5EF4-FFF2-40B4-BE49-F238E27FC236}">
                <a16:creationId xmlns:a16="http://schemas.microsoft.com/office/drawing/2014/main" id="{AA3A41A9-6C28-DDC4-412E-1BAE97DF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5" name="Freeform 61">
            <a:extLst>
              <a:ext uri="{FF2B5EF4-FFF2-40B4-BE49-F238E27FC236}">
                <a16:creationId xmlns:a16="http://schemas.microsoft.com/office/drawing/2014/main" id="{EDA84B47-83B9-BF58-5E76-373FF129060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6" name="Oval 62">
            <a:extLst>
              <a:ext uri="{FF2B5EF4-FFF2-40B4-BE49-F238E27FC236}">
                <a16:creationId xmlns:a16="http://schemas.microsoft.com/office/drawing/2014/main" id="{26ED7734-510B-9B34-D325-C821CBEA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7" name="Freeform 63">
            <a:extLst>
              <a:ext uri="{FF2B5EF4-FFF2-40B4-BE49-F238E27FC236}">
                <a16:creationId xmlns:a16="http://schemas.microsoft.com/office/drawing/2014/main" id="{80B569D5-8311-AC97-8754-AE28DE918962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5BDFEA06-50E4-18CA-151F-CFC7BD5C0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834" y="1503686"/>
            <a:ext cx="180622" cy="214489"/>
          </a:xfrm>
          <a:prstGeom prst="rect">
            <a:avLst/>
          </a:prstGeom>
        </p:spPr>
      </p:pic>
      <p:sp>
        <p:nvSpPr>
          <p:cNvPr id="113" name="AutoShape 65">
            <a:extLst>
              <a:ext uri="{FF2B5EF4-FFF2-40B4-BE49-F238E27FC236}">
                <a16:creationId xmlns:a16="http://schemas.microsoft.com/office/drawing/2014/main" id="{73EA2883-E096-CC36-3E06-605DFB60ADF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46138" y="5123880"/>
            <a:ext cx="3713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4" name="Oval 67">
            <a:extLst>
              <a:ext uri="{FF2B5EF4-FFF2-40B4-BE49-F238E27FC236}">
                <a16:creationId xmlns:a16="http://schemas.microsoft.com/office/drawing/2014/main" id="{ED1BAE9D-25AF-B3F5-6D97-4D718769E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6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5" name="Freeform 68">
            <a:extLst>
              <a:ext uri="{FF2B5EF4-FFF2-40B4-BE49-F238E27FC236}">
                <a16:creationId xmlns:a16="http://schemas.microsoft.com/office/drawing/2014/main" id="{05A9A3F2-309F-3610-F67C-6AC9D1A55B75}"/>
              </a:ext>
            </a:extLst>
          </p:cNvPr>
          <p:cNvSpPr>
            <a:spLocks noEditPoints="1"/>
          </p:cNvSpPr>
          <p:nvPr/>
        </p:nvSpPr>
        <p:spPr bwMode="auto">
          <a:xfrm>
            <a:off x="298608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6" name="Oval 69">
            <a:extLst>
              <a:ext uri="{FF2B5EF4-FFF2-40B4-BE49-F238E27FC236}">
                <a16:creationId xmlns:a16="http://schemas.microsoft.com/office/drawing/2014/main" id="{568D8750-404F-6F74-8EB1-FE999A0C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7" name="Freeform 70">
            <a:extLst>
              <a:ext uri="{FF2B5EF4-FFF2-40B4-BE49-F238E27FC236}">
                <a16:creationId xmlns:a16="http://schemas.microsoft.com/office/drawing/2014/main" id="{1A21AB88-4A17-EEBA-88C3-12583F8F186B}"/>
              </a:ext>
            </a:extLst>
          </p:cNvPr>
          <p:cNvSpPr>
            <a:spLocks noEditPoints="1"/>
          </p:cNvSpPr>
          <p:nvPr/>
        </p:nvSpPr>
        <p:spPr bwMode="auto">
          <a:xfrm>
            <a:off x="440055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8" name="Oval 71">
            <a:extLst>
              <a:ext uri="{FF2B5EF4-FFF2-40B4-BE49-F238E27FC236}">
                <a16:creationId xmlns:a16="http://schemas.microsoft.com/office/drawing/2014/main" id="{DDA8D25E-0E19-3360-A187-0AFEB2A72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9" name="Freeform 72">
            <a:extLst>
              <a:ext uri="{FF2B5EF4-FFF2-40B4-BE49-F238E27FC236}">
                <a16:creationId xmlns:a16="http://schemas.microsoft.com/office/drawing/2014/main" id="{CA5BB695-1AC0-4527-D586-A6969B0C8398}"/>
              </a:ext>
            </a:extLst>
          </p:cNvPr>
          <p:cNvSpPr>
            <a:spLocks noEditPoints="1"/>
          </p:cNvSpPr>
          <p:nvPr/>
        </p:nvSpPr>
        <p:spPr bwMode="auto">
          <a:xfrm>
            <a:off x="8540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0" name="Oval 73">
            <a:extLst>
              <a:ext uri="{FF2B5EF4-FFF2-40B4-BE49-F238E27FC236}">
                <a16:creationId xmlns:a16="http://schemas.microsoft.com/office/drawing/2014/main" id="{698C5F2D-A145-0599-83C1-B00B0B81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1" name="Freeform 74">
            <a:extLst>
              <a:ext uri="{FF2B5EF4-FFF2-40B4-BE49-F238E27FC236}">
                <a16:creationId xmlns:a16="http://schemas.microsoft.com/office/drawing/2014/main" id="{F5751E92-BC1F-715E-61C1-242828CC9DA1}"/>
              </a:ext>
            </a:extLst>
          </p:cNvPr>
          <p:cNvSpPr>
            <a:spLocks noEditPoints="1"/>
          </p:cNvSpPr>
          <p:nvPr/>
        </p:nvSpPr>
        <p:spPr bwMode="auto">
          <a:xfrm>
            <a:off x="10874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" name="Oval 75">
            <a:extLst>
              <a:ext uri="{FF2B5EF4-FFF2-40B4-BE49-F238E27FC236}">
                <a16:creationId xmlns:a16="http://schemas.microsoft.com/office/drawing/2014/main" id="{014629F3-86CC-D8A6-3C85-19F30E5A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123880"/>
            <a:ext cx="174625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3" name="Freeform 76">
            <a:extLst>
              <a:ext uri="{FF2B5EF4-FFF2-40B4-BE49-F238E27FC236}">
                <a16:creationId xmlns:a16="http://schemas.microsoft.com/office/drawing/2014/main" id="{68ACCE25-D2CD-F2F8-7C4F-243F44A1F908}"/>
              </a:ext>
            </a:extLst>
          </p:cNvPr>
          <p:cNvSpPr>
            <a:spLocks noEditPoints="1"/>
          </p:cNvSpPr>
          <p:nvPr/>
        </p:nvSpPr>
        <p:spPr bwMode="auto">
          <a:xfrm>
            <a:off x="13589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4" name="Oval 77">
            <a:extLst>
              <a:ext uri="{FF2B5EF4-FFF2-40B4-BE49-F238E27FC236}">
                <a16:creationId xmlns:a16="http://schemas.microsoft.com/office/drawing/2014/main" id="{FE92AD27-6BE6-27B1-D344-14F041CB7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5" name="Freeform 78">
            <a:extLst>
              <a:ext uri="{FF2B5EF4-FFF2-40B4-BE49-F238E27FC236}">
                <a16:creationId xmlns:a16="http://schemas.microsoft.com/office/drawing/2014/main" id="{DC085621-C867-8B72-68B1-799A2D9C7D05}"/>
              </a:ext>
            </a:extLst>
          </p:cNvPr>
          <p:cNvSpPr>
            <a:spLocks noEditPoints="1"/>
          </p:cNvSpPr>
          <p:nvPr/>
        </p:nvSpPr>
        <p:spPr bwMode="auto">
          <a:xfrm>
            <a:off x="16414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6" name="Oval 79">
            <a:extLst>
              <a:ext uri="{FF2B5EF4-FFF2-40B4-BE49-F238E27FC236}">
                <a16:creationId xmlns:a16="http://schemas.microsoft.com/office/drawing/2014/main" id="{45CCB2DD-A774-128D-C15B-7422E21B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7" name="Freeform 80">
            <a:extLst>
              <a:ext uri="{FF2B5EF4-FFF2-40B4-BE49-F238E27FC236}">
                <a16:creationId xmlns:a16="http://schemas.microsoft.com/office/drawing/2014/main" id="{23E9685C-D227-2ECD-683D-C097549CC52C}"/>
              </a:ext>
            </a:extLst>
          </p:cNvPr>
          <p:cNvSpPr>
            <a:spLocks noEditPoints="1"/>
          </p:cNvSpPr>
          <p:nvPr/>
        </p:nvSpPr>
        <p:spPr bwMode="auto">
          <a:xfrm>
            <a:off x="1909763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8" name="Oval 81">
            <a:extLst>
              <a:ext uri="{FF2B5EF4-FFF2-40B4-BE49-F238E27FC236}">
                <a16:creationId xmlns:a16="http://schemas.microsoft.com/office/drawing/2014/main" id="{70B539A9-452E-519D-28C4-7FB41A094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9" name="Freeform 82">
            <a:extLst>
              <a:ext uri="{FF2B5EF4-FFF2-40B4-BE49-F238E27FC236}">
                <a16:creationId xmlns:a16="http://schemas.microsoft.com/office/drawing/2014/main" id="{D0101A69-6B99-7D1C-81A0-D48B04A0DFB3}"/>
              </a:ext>
            </a:extLst>
          </p:cNvPr>
          <p:cNvSpPr>
            <a:spLocks noEditPoints="1"/>
          </p:cNvSpPr>
          <p:nvPr/>
        </p:nvSpPr>
        <p:spPr bwMode="auto">
          <a:xfrm>
            <a:off x="22002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0" name="Oval 83">
            <a:extLst>
              <a:ext uri="{FF2B5EF4-FFF2-40B4-BE49-F238E27FC236}">
                <a16:creationId xmlns:a16="http://schemas.microsoft.com/office/drawing/2014/main" id="{2C7A1880-D997-2743-7F08-534931351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1" name="Freeform 84">
            <a:extLst>
              <a:ext uri="{FF2B5EF4-FFF2-40B4-BE49-F238E27FC236}">
                <a16:creationId xmlns:a16="http://schemas.microsoft.com/office/drawing/2014/main" id="{C5587BEA-60F7-05C9-7025-23059D37ECB5}"/>
              </a:ext>
            </a:extLst>
          </p:cNvPr>
          <p:cNvSpPr>
            <a:spLocks noEditPoints="1"/>
          </p:cNvSpPr>
          <p:nvPr/>
        </p:nvSpPr>
        <p:spPr bwMode="auto">
          <a:xfrm>
            <a:off x="25177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2" name="Oval 85">
            <a:extLst>
              <a:ext uri="{FF2B5EF4-FFF2-40B4-BE49-F238E27FC236}">
                <a16:creationId xmlns:a16="http://schemas.microsoft.com/office/drawing/2014/main" id="{02A15D79-BE99-F354-C2C2-0E0F6B40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3" name="Freeform 86">
            <a:extLst>
              <a:ext uri="{FF2B5EF4-FFF2-40B4-BE49-F238E27FC236}">
                <a16:creationId xmlns:a16="http://schemas.microsoft.com/office/drawing/2014/main" id="{8C36AB93-4FAE-C113-834E-14F89A004FF6}"/>
              </a:ext>
            </a:extLst>
          </p:cNvPr>
          <p:cNvSpPr>
            <a:spLocks noEditPoints="1"/>
          </p:cNvSpPr>
          <p:nvPr/>
        </p:nvSpPr>
        <p:spPr bwMode="auto">
          <a:xfrm>
            <a:off x="27257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4" name="Oval 87">
            <a:extLst>
              <a:ext uri="{FF2B5EF4-FFF2-40B4-BE49-F238E27FC236}">
                <a16:creationId xmlns:a16="http://schemas.microsoft.com/office/drawing/2014/main" id="{3C54FF1D-9A92-83BB-3CC3-9AC5A7215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5" name="Freeform 88">
            <a:extLst>
              <a:ext uri="{FF2B5EF4-FFF2-40B4-BE49-F238E27FC236}">
                <a16:creationId xmlns:a16="http://schemas.microsoft.com/office/drawing/2014/main" id="{00C197EC-A95E-2EBE-5BD9-8B5E70D15F23}"/>
              </a:ext>
            </a:extLst>
          </p:cNvPr>
          <p:cNvSpPr>
            <a:spLocks noEditPoints="1"/>
          </p:cNvSpPr>
          <p:nvPr/>
        </p:nvSpPr>
        <p:spPr bwMode="auto">
          <a:xfrm>
            <a:off x="326866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6" name="Oval 89">
            <a:extLst>
              <a:ext uri="{FF2B5EF4-FFF2-40B4-BE49-F238E27FC236}">
                <a16:creationId xmlns:a16="http://schemas.microsoft.com/office/drawing/2014/main" id="{8A02FA9F-D56C-0A69-6E52-354E534F6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7" name="Freeform 90">
            <a:extLst>
              <a:ext uri="{FF2B5EF4-FFF2-40B4-BE49-F238E27FC236}">
                <a16:creationId xmlns:a16="http://schemas.microsoft.com/office/drawing/2014/main" id="{3BA07A55-D851-2ADE-59D9-6E03A0CE2A05}"/>
              </a:ext>
            </a:extLst>
          </p:cNvPr>
          <p:cNvSpPr>
            <a:spLocks noEditPoints="1"/>
          </p:cNvSpPr>
          <p:nvPr/>
        </p:nvSpPr>
        <p:spPr bwMode="auto">
          <a:xfrm>
            <a:off x="352901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8" name="Oval 91">
            <a:extLst>
              <a:ext uri="{FF2B5EF4-FFF2-40B4-BE49-F238E27FC236}">
                <a16:creationId xmlns:a16="http://schemas.microsoft.com/office/drawing/2014/main" id="{423FA495-FDFB-510C-1DF3-3F9369FA6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9" name="Freeform 92">
            <a:extLst>
              <a:ext uri="{FF2B5EF4-FFF2-40B4-BE49-F238E27FC236}">
                <a16:creationId xmlns:a16="http://schemas.microsoft.com/office/drawing/2014/main" id="{417136AB-6720-6B8D-82F6-C8BFE56D1318}"/>
              </a:ext>
            </a:extLst>
          </p:cNvPr>
          <p:cNvSpPr>
            <a:spLocks noEditPoints="1"/>
          </p:cNvSpPr>
          <p:nvPr/>
        </p:nvSpPr>
        <p:spPr bwMode="auto">
          <a:xfrm>
            <a:off x="38227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0" name="Oval 93">
            <a:extLst>
              <a:ext uri="{FF2B5EF4-FFF2-40B4-BE49-F238E27FC236}">
                <a16:creationId xmlns:a16="http://schemas.microsoft.com/office/drawing/2014/main" id="{7BCFF8BF-5B0B-6E1F-5513-540E3768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1" name="Freeform 94">
            <a:extLst>
              <a:ext uri="{FF2B5EF4-FFF2-40B4-BE49-F238E27FC236}">
                <a16:creationId xmlns:a16="http://schemas.microsoft.com/office/drawing/2014/main" id="{8AD3459C-751B-D19A-6F82-33F5F894949C}"/>
              </a:ext>
            </a:extLst>
          </p:cNvPr>
          <p:cNvSpPr>
            <a:spLocks noEditPoints="1"/>
          </p:cNvSpPr>
          <p:nvPr/>
        </p:nvSpPr>
        <p:spPr bwMode="auto">
          <a:xfrm>
            <a:off x="4095751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3C14A44-A8E1-D17D-20EC-35763715D27B}"/>
              </a:ext>
            </a:extLst>
          </p:cNvPr>
          <p:cNvSpPr txBox="1"/>
          <p:nvPr/>
        </p:nvSpPr>
        <p:spPr>
          <a:xfrm>
            <a:off x="846138" y="480769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C188013-6A55-8CBE-3473-88B3371D8173}"/>
              </a:ext>
            </a:extLst>
          </p:cNvPr>
          <p:cNvSpPr txBox="1"/>
          <p:nvPr/>
        </p:nvSpPr>
        <p:spPr>
          <a:xfrm>
            <a:off x="846138" y="3893215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pic>
        <p:nvPicPr>
          <p:cNvPr id="145" name="그림 144">
            <a:extLst>
              <a:ext uri="{FF2B5EF4-FFF2-40B4-BE49-F238E27FC236}">
                <a16:creationId xmlns:a16="http://schemas.microsoft.com/office/drawing/2014/main" id="{CA6D0931-E2A5-5C96-886F-BDAA2E8D4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8110" y="5139825"/>
            <a:ext cx="180622" cy="214489"/>
          </a:xfrm>
          <a:prstGeom prst="rect">
            <a:avLst/>
          </a:prstGeom>
        </p:spPr>
      </p:pic>
      <p:sp>
        <p:nvSpPr>
          <p:cNvPr id="149" name="AutoShape 96">
            <a:extLst>
              <a:ext uri="{FF2B5EF4-FFF2-40B4-BE49-F238E27FC236}">
                <a16:creationId xmlns:a16="http://schemas.microsoft.com/office/drawing/2014/main" id="{BD17E3A8-986C-90D5-FC09-276A11BF1C9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7250" y="4284011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0" name="Oval 98">
            <a:extLst>
              <a:ext uri="{FF2B5EF4-FFF2-40B4-BE49-F238E27FC236}">
                <a16:creationId xmlns:a16="http://schemas.microsoft.com/office/drawing/2014/main" id="{81971C87-C2E1-C152-89A6-0BD04378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1" name="Freeform 99">
            <a:extLst>
              <a:ext uri="{FF2B5EF4-FFF2-40B4-BE49-F238E27FC236}">
                <a16:creationId xmlns:a16="http://schemas.microsoft.com/office/drawing/2014/main" id="{979B8315-37C4-0AB8-DEE4-34FBA0031B0B}"/>
              </a:ext>
            </a:extLst>
          </p:cNvPr>
          <p:cNvSpPr>
            <a:spLocks noEditPoints="1"/>
          </p:cNvSpPr>
          <p:nvPr/>
        </p:nvSpPr>
        <p:spPr bwMode="auto">
          <a:xfrm>
            <a:off x="29972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2" name="Oval 100">
            <a:extLst>
              <a:ext uri="{FF2B5EF4-FFF2-40B4-BE49-F238E27FC236}">
                <a16:creationId xmlns:a16="http://schemas.microsoft.com/office/drawing/2014/main" id="{8454219E-8E09-D269-8394-DE69F7ED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" name="Freeform 101">
            <a:extLst>
              <a:ext uri="{FF2B5EF4-FFF2-40B4-BE49-F238E27FC236}">
                <a16:creationId xmlns:a16="http://schemas.microsoft.com/office/drawing/2014/main" id="{9B421E39-673C-91F1-3DBF-5237BA9171F5}"/>
              </a:ext>
            </a:extLst>
          </p:cNvPr>
          <p:cNvSpPr>
            <a:spLocks noEditPoints="1"/>
          </p:cNvSpPr>
          <p:nvPr/>
        </p:nvSpPr>
        <p:spPr bwMode="auto">
          <a:xfrm>
            <a:off x="4413250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4" name="Oval 102">
            <a:extLst>
              <a:ext uri="{FF2B5EF4-FFF2-40B4-BE49-F238E27FC236}">
                <a16:creationId xmlns:a16="http://schemas.microsoft.com/office/drawing/2014/main" id="{3576A932-E123-8A58-7301-6A2F9A7A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5" name="Freeform 103">
            <a:extLst>
              <a:ext uri="{FF2B5EF4-FFF2-40B4-BE49-F238E27FC236}">
                <a16:creationId xmlns:a16="http://schemas.microsoft.com/office/drawing/2014/main" id="{244260E1-071A-105E-6B23-9258C57EF2F8}"/>
              </a:ext>
            </a:extLst>
          </p:cNvPr>
          <p:cNvSpPr>
            <a:spLocks noEditPoints="1"/>
          </p:cNvSpPr>
          <p:nvPr/>
        </p:nvSpPr>
        <p:spPr bwMode="auto">
          <a:xfrm>
            <a:off x="865188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6" name="Oval 104">
            <a:extLst>
              <a:ext uri="{FF2B5EF4-FFF2-40B4-BE49-F238E27FC236}">
                <a16:creationId xmlns:a16="http://schemas.microsoft.com/office/drawing/2014/main" id="{D603C1CB-ACD5-03E1-4A30-2AE17F6E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7" name="Freeform 105">
            <a:extLst>
              <a:ext uri="{FF2B5EF4-FFF2-40B4-BE49-F238E27FC236}">
                <a16:creationId xmlns:a16="http://schemas.microsoft.com/office/drawing/2014/main" id="{C33C0695-E551-6AD8-9EAE-387F6CF48EAA}"/>
              </a:ext>
            </a:extLst>
          </p:cNvPr>
          <p:cNvSpPr>
            <a:spLocks noEditPoints="1"/>
          </p:cNvSpPr>
          <p:nvPr/>
        </p:nvSpPr>
        <p:spPr bwMode="auto">
          <a:xfrm>
            <a:off x="10985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8" name="Oval 106">
            <a:extLst>
              <a:ext uri="{FF2B5EF4-FFF2-40B4-BE49-F238E27FC236}">
                <a16:creationId xmlns:a16="http://schemas.microsoft.com/office/drawing/2014/main" id="{503DF63D-BACF-F383-017E-F8EA26E0A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9" name="Freeform 107">
            <a:extLst>
              <a:ext uri="{FF2B5EF4-FFF2-40B4-BE49-F238E27FC236}">
                <a16:creationId xmlns:a16="http://schemas.microsoft.com/office/drawing/2014/main" id="{768BB9A2-84B8-FAC4-3F5F-D4B267D243E5}"/>
              </a:ext>
            </a:extLst>
          </p:cNvPr>
          <p:cNvSpPr>
            <a:spLocks noEditPoints="1"/>
          </p:cNvSpPr>
          <p:nvPr/>
        </p:nvSpPr>
        <p:spPr bwMode="auto">
          <a:xfrm>
            <a:off x="137001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0" name="Oval 108">
            <a:extLst>
              <a:ext uri="{FF2B5EF4-FFF2-40B4-BE49-F238E27FC236}">
                <a16:creationId xmlns:a16="http://schemas.microsoft.com/office/drawing/2014/main" id="{D2A90138-3847-6124-F6A6-A78FEAFF1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1" name="Freeform 109">
            <a:extLst>
              <a:ext uri="{FF2B5EF4-FFF2-40B4-BE49-F238E27FC236}">
                <a16:creationId xmlns:a16="http://schemas.microsoft.com/office/drawing/2014/main" id="{849C36CB-9E20-1A16-D829-038B0D21AEF8}"/>
              </a:ext>
            </a:extLst>
          </p:cNvPr>
          <p:cNvSpPr>
            <a:spLocks noEditPoints="1"/>
          </p:cNvSpPr>
          <p:nvPr/>
        </p:nvSpPr>
        <p:spPr bwMode="auto">
          <a:xfrm>
            <a:off x="16541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2" name="Oval 110">
            <a:extLst>
              <a:ext uri="{FF2B5EF4-FFF2-40B4-BE49-F238E27FC236}">
                <a16:creationId xmlns:a16="http://schemas.microsoft.com/office/drawing/2014/main" id="{DD9F6C82-232D-DB09-10CB-28759FFD8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3" name="Freeform 111">
            <a:extLst>
              <a:ext uri="{FF2B5EF4-FFF2-40B4-BE49-F238E27FC236}">
                <a16:creationId xmlns:a16="http://schemas.microsoft.com/office/drawing/2014/main" id="{B115A9DF-5803-4372-B1E9-E082D3985D3E}"/>
              </a:ext>
            </a:extLst>
          </p:cNvPr>
          <p:cNvSpPr>
            <a:spLocks noEditPoints="1"/>
          </p:cNvSpPr>
          <p:nvPr/>
        </p:nvSpPr>
        <p:spPr bwMode="auto">
          <a:xfrm>
            <a:off x="1920875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4" name="Oval 112">
            <a:extLst>
              <a:ext uri="{FF2B5EF4-FFF2-40B4-BE49-F238E27FC236}">
                <a16:creationId xmlns:a16="http://schemas.microsoft.com/office/drawing/2014/main" id="{76F2494A-BF70-FA90-265B-673D85E13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5" name="Freeform 113">
            <a:extLst>
              <a:ext uri="{FF2B5EF4-FFF2-40B4-BE49-F238E27FC236}">
                <a16:creationId xmlns:a16="http://schemas.microsoft.com/office/drawing/2014/main" id="{C22684B0-8058-131A-C077-E1725BD0EE78}"/>
              </a:ext>
            </a:extLst>
          </p:cNvPr>
          <p:cNvSpPr>
            <a:spLocks noEditPoints="1"/>
          </p:cNvSpPr>
          <p:nvPr/>
        </p:nvSpPr>
        <p:spPr bwMode="auto">
          <a:xfrm>
            <a:off x="22129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6" name="Oval 114">
            <a:extLst>
              <a:ext uri="{FF2B5EF4-FFF2-40B4-BE49-F238E27FC236}">
                <a16:creationId xmlns:a16="http://schemas.microsoft.com/office/drawing/2014/main" id="{CE185E93-E8A4-BFC1-F314-F92BF46C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7" name="Freeform 115">
            <a:extLst>
              <a:ext uri="{FF2B5EF4-FFF2-40B4-BE49-F238E27FC236}">
                <a16:creationId xmlns:a16="http://schemas.microsoft.com/office/drawing/2014/main" id="{5D6A56B9-3A53-D1C0-BEEC-92D4702947BE}"/>
              </a:ext>
            </a:extLst>
          </p:cNvPr>
          <p:cNvSpPr>
            <a:spLocks noEditPoints="1"/>
          </p:cNvSpPr>
          <p:nvPr/>
        </p:nvSpPr>
        <p:spPr bwMode="auto">
          <a:xfrm>
            <a:off x="2528888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8" name="Oval 116">
            <a:extLst>
              <a:ext uri="{FF2B5EF4-FFF2-40B4-BE49-F238E27FC236}">
                <a16:creationId xmlns:a16="http://schemas.microsoft.com/office/drawing/2014/main" id="{15514579-2690-C126-E83B-8BAED37D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9" name="Freeform 117">
            <a:extLst>
              <a:ext uri="{FF2B5EF4-FFF2-40B4-BE49-F238E27FC236}">
                <a16:creationId xmlns:a16="http://schemas.microsoft.com/office/drawing/2014/main" id="{C0A049DF-195B-9C62-9F51-2FDD35FCEB17}"/>
              </a:ext>
            </a:extLst>
          </p:cNvPr>
          <p:cNvSpPr>
            <a:spLocks noEditPoints="1"/>
          </p:cNvSpPr>
          <p:nvPr/>
        </p:nvSpPr>
        <p:spPr bwMode="auto">
          <a:xfrm>
            <a:off x="27368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0" name="Oval 118">
            <a:extLst>
              <a:ext uri="{FF2B5EF4-FFF2-40B4-BE49-F238E27FC236}">
                <a16:creationId xmlns:a16="http://schemas.microsoft.com/office/drawing/2014/main" id="{EE896FA6-847B-2563-A891-7B4C233B0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1" name="Freeform 119">
            <a:extLst>
              <a:ext uri="{FF2B5EF4-FFF2-40B4-BE49-F238E27FC236}">
                <a16:creationId xmlns:a16="http://schemas.microsoft.com/office/drawing/2014/main" id="{78BE4C4F-D07D-A79B-3CAF-7D4F03BCC698}"/>
              </a:ext>
            </a:extLst>
          </p:cNvPr>
          <p:cNvSpPr>
            <a:spLocks noEditPoints="1"/>
          </p:cNvSpPr>
          <p:nvPr/>
        </p:nvSpPr>
        <p:spPr bwMode="auto">
          <a:xfrm>
            <a:off x="328136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2" name="Oval 120">
            <a:extLst>
              <a:ext uri="{FF2B5EF4-FFF2-40B4-BE49-F238E27FC236}">
                <a16:creationId xmlns:a16="http://schemas.microsoft.com/office/drawing/2014/main" id="{689C5BF9-830D-7594-28BD-D5B7A8242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3" name="Freeform 121">
            <a:extLst>
              <a:ext uri="{FF2B5EF4-FFF2-40B4-BE49-F238E27FC236}">
                <a16:creationId xmlns:a16="http://schemas.microsoft.com/office/drawing/2014/main" id="{64DCB510-6125-E663-7FC2-419CE1239CD1}"/>
              </a:ext>
            </a:extLst>
          </p:cNvPr>
          <p:cNvSpPr>
            <a:spLocks noEditPoints="1"/>
          </p:cNvSpPr>
          <p:nvPr/>
        </p:nvSpPr>
        <p:spPr bwMode="auto">
          <a:xfrm>
            <a:off x="354171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" name="Oval 122">
            <a:extLst>
              <a:ext uri="{FF2B5EF4-FFF2-40B4-BE49-F238E27FC236}">
                <a16:creationId xmlns:a16="http://schemas.microsoft.com/office/drawing/2014/main" id="{6331BDDE-2865-62C4-3445-D8EEC8C0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5" name="Freeform 123">
            <a:extLst>
              <a:ext uri="{FF2B5EF4-FFF2-40B4-BE49-F238E27FC236}">
                <a16:creationId xmlns:a16="http://schemas.microsoft.com/office/drawing/2014/main" id="{C3AC19D4-3484-D360-F532-2EF446A7EA68}"/>
              </a:ext>
            </a:extLst>
          </p:cNvPr>
          <p:cNvSpPr>
            <a:spLocks noEditPoints="1"/>
          </p:cNvSpPr>
          <p:nvPr/>
        </p:nvSpPr>
        <p:spPr bwMode="auto">
          <a:xfrm>
            <a:off x="38354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6" name="Oval 124">
            <a:extLst>
              <a:ext uri="{FF2B5EF4-FFF2-40B4-BE49-F238E27FC236}">
                <a16:creationId xmlns:a16="http://schemas.microsoft.com/office/drawing/2014/main" id="{F3E1163A-5EDF-7D5A-5996-CBBA7DFB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7" name="Freeform 125">
            <a:extLst>
              <a:ext uri="{FF2B5EF4-FFF2-40B4-BE49-F238E27FC236}">
                <a16:creationId xmlns:a16="http://schemas.microsoft.com/office/drawing/2014/main" id="{E740754B-6B43-4B24-86FA-FA17ADDDCD76}"/>
              </a:ext>
            </a:extLst>
          </p:cNvPr>
          <p:cNvSpPr>
            <a:spLocks noEditPoints="1"/>
          </p:cNvSpPr>
          <p:nvPr/>
        </p:nvSpPr>
        <p:spPr bwMode="auto">
          <a:xfrm>
            <a:off x="410686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3DB0A87D-0870-6403-F454-D02AC9CB3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8110" y="4267569"/>
            <a:ext cx="180622" cy="2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2775-0562-2BF7-332C-3587E158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1C2630F6-5F9C-A04E-0C46-FEB07C61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541A3D-4F2E-2251-331A-AD08DD411823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57CA94-E0A6-E329-EABF-257663230F51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2662358-87FC-3048-83AB-B2198FCC869D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520A5E4-6113-CA77-A6BB-39F35D4604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BD99199-728B-11FF-9352-5383AC33523F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3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2684C97-C6F0-F6B7-2100-47BEBA91A2BA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0FDD26-9F94-2320-8605-B95ADEDB4D98}"/>
              </a:ext>
            </a:extLst>
          </p:cNvPr>
          <p:cNvSpPr>
            <a:spLocks/>
          </p:cNvSpPr>
          <p:nvPr/>
        </p:nvSpPr>
        <p:spPr bwMode="auto">
          <a:xfrm>
            <a:off x="857250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868A7C2-889E-2CF7-D789-2504CD2B52DE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8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07C54CC-F853-612E-F40D-23D1D9A0AC86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1198529-65D1-783A-D707-ECB647C7FA22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8280C41-A359-5729-EFDE-17A3E09EFAAB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62D2A3C-884B-8681-63E2-12B8FF6ABD19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C5E4A82-6C97-FAFB-1AEE-BBC06F93FFCF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927404CE-C3E8-3ECB-0806-AABD27A3760A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D2286DE7-FDA7-1CA9-FDDE-628E0CD85F83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75CEE7DD-F8E7-3199-558D-CBDFB96CE634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75CCBF1B-2799-8195-A2E8-EF7D1160CC57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80697E0B-D4E6-6CB4-AE74-F9BAEE5C2D8B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1BE9A316-9CF4-AA79-6679-9C252B2EEB09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682FC60B-5969-4A17-210B-793E7F9D863E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8D48B07A-0387-CFC4-6EEC-356CD99A728E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DB26E670-C976-991E-2641-BD4047FB9BBA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8">
            <a:extLst>
              <a:ext uri="{FF2B5EF4-FFF2-40B4-BE49-F238E27FC236}">
                <a16:creationId xmlns:a16="http://schemas.microsoft.com/office/drawing/2014/main" id="{E08161A5-4EDC-898A-EFB8-E48D0B2699C9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DE48E8D9-97AB-FC15-1424-717C7475D20A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93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E946-A811-47B0-02C3-1884D4F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BB6D0345-5A2A-519E-5738-7427EA9C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3DB8EB-D02B-0B15-D536-516415301BE6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798B783-F63C-2F4D-47E5-DE60CC5BE52F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sp>
        <p:nvSpPr>
          <p:cNvPr id="148" name="Freeform 5">
            <a:extLst>
              <a:ext uri="{FF2B5EF4-FFF2-40B4-BE49-F238E27FC236}">
                <a16:creationId xmlns:a16="http://schemas.microsoft.com/office/drawing/2014/main" id="{F34AAC39-CA89-F35E-8B96-4DD04AD97F5E}"/>
              </a:ext>
            </a:extLst>
          </p:cNvPr>
          <p:cNvSpPr>
            <a:spLocks/>
          </p:cNvSpPr>
          <p:nvPr/>
        </p:nvSpPr>
        <p:spPr bwMode="auto">
          <a:xfrm>
            <a:off x="6578601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8" name="Freeform 6">
            <a:extLst>
              <a:ext uri="{FF2B5EF4-FFF2-40B4-BE49-F238E27FC236}">
                <a16:creationId xmlns:a16="http://schemas.microsoft.com/office/drawing/2014/main" id="{3B39D085-8FA5-71E8-3BC6-DC9279853DE4}"/>
              </a:ext>
            </a:extLst>
          </p:cNvPr>
          <p:cNvSpPr>
            <a:spLocks/>
          </p:cNvSpPr>
          <p:nvPr/>
        </p:nvSpPr>
        <p:spPr bwMode="auto">
          <a:xfrm>
            <a:off x="6578601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0" name="Freeform 7">
            <a:extLst>
              <a:ext uri="{FF2B5EF4-FFF2-40B4-BE49-F238E27FC236}">
                <a16:creationId xmlns:a16="http://schemas.microsoft.com/office/drawing/2014/main" id="{74E34AFF-1538-FCA7-8F7C-B8C4325343AB}"/>
              </a:ext>
            </a:extLst>
          </p:cNvPr>
          <p:cNvSpPr>
            <a:spLocks/>
          </p:cNvSpPr>
          <p:nvPr/>
        </p:nvSpPr>
        <p:spPr bwMode="auto">
          <a:xfrm>
            <a:off x="6578601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1" name="Freeform 8">
            <a:extLst>
              <a:ext uri="{FF2B5EF4-FFF2-40B4-BE49-F238E27FC236}">
                <a16:creationId xmlns:a16="http://schemas.microsoft.com/office/drawing/2014/main" id="{15235BD1-A390-4AC2-4783-725AE336A1C6}"/>
              </a:ext>
            </a:extLst>
          </p:cNvPr>
          <p:cNvSpPr>
            <a:spLocks/>
          </p:cNvSpPr>
          <p:nvPr/>
        </p:nvSpPr>
        <p:spPr bwMode="auto">
          <a:xfrm>
            <a:off x="6578601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2" name="Freeform 9">
            <a:extLst>
              <a:ext uri="{FF2B5EF4-FFF2-40B4-BE49-F238E27FC236}">
                <a16:creationId xmlns:a16="http://schemas.microsoft.com/office/drawing/2014/main" id="{65D106F5-1434-5898-4D1D-F8C63FF2815A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3" name="Freeform 10">
            <a:extLst>
              <a:ext uri="{FF2B5EF4-FFF2-40B4-BE49-F238E27FC236}">
                <a16:creationId xmlns:a16="http://schemas.microsoft.com/office/drawing/2014/main" id="{204465B9-D833-90F1-1AAD-7A8980A4F4B8}"/>
              </a:ext>
            </a:extLst>
          </p:cNvPr>
          <p:cNvSpPr>
            <a:spLocks/>
          </p:cNvSpPr>
          <p:nvPr/>
        </p:nvSpPr>
        <p:spPr bwMode="auto">
          <a:xfrm>
            <a:off x="6597651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4" name="Freeform 11">
            <a:extLst>
              <a:ext uri="{FF2B5EF4-FFF2-40B4-BE49-F238E27FC236}">
                <a16:creationId xmlns:a16="http://schemas.microsoft.com/office/drawing/2014/main" id="{C6866055-19E5-11A8-3186-42F81A02197F}"/>
              </a:ext>
            </a:extLst>
          </p:cNvPr>
          <p:cNvSpPr>
            <a:spLocks/>
          </p:cNvSpPr>
          <p:nvPr/>
        </p:nvSpPr>
        <p:spPr bwMode="auto">
          <a:xfrm>
            <a:off x="6578601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5" name="Freeform 12">
            <a:extLst>
              <a:ext uri="{FF2B5EF4-FFF2-40B4-BE49-F238E27FC236}">
                <a16:creationId xmlns:a16="http://schemas.microsoft.com/office/drawing/2014/main" id="{FCBA949E-B77C-29C0-F3D2-EE4C04647B24}"/>
              </a:ext>
            </a:extLst>
          </p:cNvPr>
          <p:cNvSpPr>
            <a:spLocks/>
          </p:cNvSpPr>
          <p:nvPr/>
        </p:nvSpPr>
        <p:spPr bwMode="auto">
          <a:xfrm>
            <a:off x="6578601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6" name="Freeform 13">
            <a:extLst>
              <a:ext uri="{FF2B5EF4-FFF2-40B4-BE49-F238E27FC236}">
                <a16:creationId xmlns:a16="http://schemas.microsoft.com/office/drawing/2014/main" id="{87E1E53F-BC96-D02E-480A-B22971456830}"/>
              </a:ext>
            </a:extLst>
          </p:cNvPr>
          <p:cNvSpPr>
            <a:spLocks/>
          </p:cNvSpPr>
          <p:nvPr/>
        </p:nvSpPr>
        <p:spPr bwMode="auto">
          <a:xfrm>
            <a:off x="6578601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7" name="Freeform 14">
            <a:extLst>
              <a:ext uri="{FF2B5EF4-FFF2-40B4-BE49-F238E27FC236}">
                <a16:creationId xmlns:a16="http://schemas.microsoft.com/office/drawing/2014/main" id="{774CA44C-FF62-75B8-E6F4-24B86CF01A05}"/>
              </a:ext>
            </a:extLst>
          </p:cNvPr>
          <p:cNvSpPr>
            <a:spLocks/>
          </p:cNvSpPr>
          <p:nvPr/>
        </p:nvSpPr>
        <p:spPr bwMode="auto">
          <a:xfrm>
            <a:off x="6578601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8" name="Freeform 15">
            <a:extLst>
              <a:ext uri="{FF2B5EF4-FFF2-40B4-BE49-F238E27FC236}">
                <a16:creationId xmlns:a16="http://schemas.microsoft.com/office/drawing/2014/main" id="{473640B7-84C1-14D5-05AE-36B4ED8FB2A6}"/>
              </a:ext>
            </a:extLst>
          </p:cNvPr>
          <p:cNvSpPr>
            <a:spLocks/>
          </p:cNvSpPr>
          <p:nvPr/>
        </p:nvSpPr>
        <p:spPr bwMode="auto">
          <a:xfrm>
            <a:off x="6578601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3" name="Freeform 19">
            <a:extLst>
              <a:ext uri="{FF2B5EF4-FFF2-40B4-BE49-F238E27FC236}">
                <a16:creationId xmlns:a16="http://schemas.microsoft.com/office/drawing/2014/main" id="{48135F2F-189E-3F21-9980-27C2185BE5D7}"/>
              </a:ext>
            </a:extLst>
          </p:cNvPr>
          <p:cNvSpPr>
            <a:spLocks/>
          </p:cNvSpPr>
          <p:nvPr/>
        </p:nvSpPr>
        <p:spPr bwMode="auto">
          <a:xfrm>
            <a:off x="846138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" name="Freeform 20">
            <a:extLst>
              <a:ext uri="{FF2B5EF4-FFF2-40B4-BE49-F238E27FC236}">
                <a16:creationId xmlns:a16="http://schemas.microsoft.com/office/drawing/2014/main" id="{1153F6AF-8A03-433A-E041-6B91DD9C508D}"/>
              </a:ext>
            </a:extLst>
          </p:cNvPr>
          <p:cNvSpPr>
            <a:spLocks/>
          </p:cNvSpPr>
          <p:nvPr/>
        </p:nvSpPr>
        <p:spPr bwMode="auto">
          <a:xfrm>
            <a:off x="846138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5" name="Freeform 21">
            <a:extLst>
              <a:ext uri="{FF2B5EF4-FFF2-40B4-BE49-F238E27FC236}">
                <a16:creationId xmlns:a16="http://schemas.microsoft.com/office/drawing/2014/main" id="{A42E0B16-3DBF-33C1-4631-A3C0AEDC1045}"/>
              </a:ext>
            </a:extLst>
          </p:cNvPr>
          <p:cNvSpPr>
            <a:spLocks/>
          </p:cNvSpPr>
          <p:nvPr/>
        </p:nvSpPr>
        <p:spPr bwMode="auto">
          <a:xfrm>
            <a:off x="846138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6" name="Freeform 22">
            <a:extLst>
              <a:ext uri="{FF2B5EF4-FFF2-40B4-BE49-F238E27FC236}">
                <a16:creationId xmlns:a16="http://schemas.microsoft.com/office/drawing/2014/main" id="{DD93EC3F-05F3-7F37-CA1C-3B1A9F0560EA}"/>
              </a:ext>
            </a:extLst>
          </p:cNvPr>
          <p:cNvSpPr>
            <a:spLocks/>
          </p:cNvSpPr>
          <p:nvPr/>
        </p:nvSpPr>
        <p:spPr bwMode="auto">
          <a:xfrm>
            <a:off x="846138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7" name="Freeform 23">
            <a:extLst>
              <a:ext uri="{FF2B5EF4-FFF2-40B4-BE49-F238E27FC236}">
                <a16:creationId xmlns:a16="http://schemas.microsoft.com/office/drawing/2014/main" id="{8067464B-F839-3DED-EF00-696DF555ECC3}"/>
              </a:ext>
            </a:extLst>
          </p:cNvPr>
          <p:cNvSpPr>
            <a:spLocks/>
          </p:cNvSpPr>
          <p:nvPr/>
        </p:nvSpPr>
        <p:spPr bwMode="auto">
          <a:xfrm>
            <a:off x="857250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8" name="Freeform 24">
            <a:extLst>
              <a:ext uri="{FF2B5EF4-FFF2-40B4-BE49-F238E27FC236}">
                <a16:creationId xmlns:a16="http://schemas.microsoft.com/office/drawing/2014/main" id="{9D9D7E13-42F3-3594-BF0D-583AB92B9422}"/>
              </a:ext>
            </a:extLst>
          </p:cNvPr>
          <p:cNvSpPr>
            <a:spLocks/>
          </p:cNvSpPr>
          <p:nvPr/>
        </p:nvSpPr>
        <p:spPr bwMode="auto">
          <a:xfrm>
            <a:off x="865188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9" name="Freeform 25">
            <a:extLst>
              <a:ext uri="{FF2B5EF4-FFF2-40B4-BE49-F238E27FC236}">
                <a16:creationId xmlns:a16="http://schemas.microsoft.com/office/drawing/2014/main" id="{4DA09A4E-4052-AB21-7154-BF9AF5205C1B}"/>
              </a:ext>
            </a:extLst>
          </p:cNvPr>
          <p:cNvSpPr>
            <a:spLocks/>
          </p:cNvSpPr>
          <p:nvPr/>
        </p:nvSpPr>
        <p:spPr bwMode="auto">
          <a:xfrm>
            <a:off x="846138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0" name="Freeform 26">
            <a:extLst>
              <a:ext uri="{FF2B5EF4-FFF2-40B4-BE49-F238E27FC236}">
                <a16:creationId xmlns:a16="http://schemas.microsoft.com/office/drawing/2014/main" id="{39B0A052-9D07-3C0A-A897-C6E1F6844208}"/>
              </a:ext>
            </a:extLst>
          </p:cNvPr>
          <p:cNvSpPr>
            <a:spLocks/>
          </p:cNvSpPr>
          <p:nvPr/>
        </p:nvSpPr>
        <p:spPr bwMode="auto">
          <a:xfrm>
            <a:off x="846138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1" name="Freeform 27">
            <a:extLst>
              <a:ext uri="{FF2B5EF4-FFF2-40B4-BE49-F238E27FC236}">
                <a16:creationId xmlns:a16="http://schemas.microsoft.com/office/drawing/2014/main" id="{F8CD2AA0-D6BD-C69D-3E0A-600CB5C695C8}"/>
              </a:ext>
            </a:extLst>
          </p:cNvPr>
          <p:cNvSpPr>
            <a:spLocks/>
          </p:cNvSpPr>
          <p:nvPr/>
        </p:nvSpPr>
        <p:spPr bwMode="auto">
          <a:xfrm>
            <a:off x="846138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2" name="Freeform 28">
            <a:extLst>
              <a:ext uri="{FF2B5EF4-FFF2-40B4-BE49-F238E27FC236}">
                <a16:creationId xmlns:a16="http://schemas.microsoft.com/office/drawing/2014/main" id="{C7DE3455-0D50-17D1-E89E-3F95C85BC199}"/>
              </a:ext>
            </a:extLst>
          </p:cNvPr>
          <p:cNvSpPr>
            <a:spLocks/>
          </p:cNvSpPr>
          <p:nvPr/>
        </p:nvSpPr>
        <p:spPr bwMode="auto">
          <a:xfrm>
            <a:off x="846138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3" name="Freeform 29">
            <a:extLst>
              <a:ext uri="{FF2B5EF4-FFF2-40B4-BE49-F238E27FC236}">
                <a16:creationId xmlns:a16="http://schemas.microsoft.com/office/drawing/2014/main" id="{BDB4D7A8-1742-2175-95C8-83E7819B6A76}"/>
              </a:ext>
            </a:extLst>
          </p:cNvPr>
          <p:cNvSpPr>
            <a:spLocks/>
          </p:cNvSpPr>
          <p:nvPr/>
        </p:nvSpPr>
        <p:spPr bwMode="auto">
          <a:xfrm>
            <a:off x="846138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72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B3F6-47CE-429B-A736-50809337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54D90069-CCCC-938E-CE44-84F2B852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E30907-6021-0BD1-435B-9B51BBE0C6F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FEB9C92-83A7-8826-4320-F4B4B79ED506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481CD8-69D6-5D27-E918-6793AA4E1641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27333D3-FFB4-C78E-F29E-85BCA7EFA0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CCC7D7-92CD-36EC-B62D-D454466489DE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2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5698D31-7D4B-965C-DD57-8554E119B775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59E64C8-CBDF-9401-5003-D8FB2BD808CD}"/>
              </a:ext>
            </a:extLst>
          </p:cNvPr>
          <p:cNvSpPr>
            <a:spLocks/>
          </p:cNvSpPr>
          <p:nvPr/>
        </p:nvSpPr>
        <p:spPr bwMode="auto">
          <a:xfrm>
            <a:off x="857251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9969986-2760-7EF9-EE6F-CA0E683A22E9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7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1AE24E-6472-5EBE-4440-64C23ECC181D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C6D6099-10BD-178E-F7D7-151FFFCD5863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68CC9D1-9EEE-0B68-AD9E-D7806F608605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65A3F75-FBB5-B9E1-C618-CC61F7BCF4FD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E749E02-A4D2-4AE9-879F-BB87BB5D0BE1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BA8C315F-E697-5BFC-33D1-916B02428D7C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0">
            <a:extLst>
              <a:ext uri="{FF2B5EF4-FFF2-40B4-BE49-F238E27FC236}">
                <a16:creationId xmlns:a16="http://schemas.microsoft.com/office/drawing/2014/main" id="{36240551-7DE7-7151-77F1-532A169992F2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1">
            <a:extLst>
              <a:ext uri="{FF2B5EF4-FFF2-40B4-BE49-F238E27FC236}">
                <a16:creationId xmlns:a16="http://schemas.microsoft.com/office/drawing/2014/main" id="{917E34FF-CBF8-EBA7-AA06-8D36A17A5D0B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09329994-F8E4-585C-FF95-051E33CCF679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904598D1-7F5F-8DA5-F6F7-011B00329B71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88E65334-0C1E-B042-440B-7D6C460D8DAD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BA944605-C58A-AB62-8CEB-DA2AA1FB8755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8E635E0F-C086-5709-D095-3D622B01CDDF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B10A862A-B79F-7FA4-4ABF-B1529512000C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1021918B-CA2F-BE9D-AD50-F570F5AFE7B0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393F4BCA-1329-863E-96D1-88D9B949E85D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150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A8C6B7-B9B0-B08F-7F7C-D90832B903B5}"/>
              </a:ext>
            </a:extLst>
          </p:cNvPr>
          <p:cNvSpPr/>
          <p:nvPr/>
        </p:nvSpPr>
        <p:spPr>
          <a:xfrm>
            <a:off x="2280424" y="992459"/>
            <a:ext cx="4605454" cy="13214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0AC12BDA-4FFB-4AA5-FDE6-C7D7ED1DB678}"/>
              </a:ext>
            </a:extLst>
          </p:cNvPr>
          <p:cNvSpPr/>
          <p:nvPr/>
        </p:nvSpPr>
        <p:spPr>
          <a:xfrm rot="10800000">
            <a:off x="5347010" y="992459"/>
            <a:ext cx="1538866" cy="234176"/>
          </a:xfrm>
          <a:prstGeom prst="round1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38AB9-17E1-910B-062A-ED1FA27A86C1}"/>
              </a:ext>
            </a:extLst>
          </p:cNvPr>
          <p:cNvSpPr txBox="1"/>
          <p:nvPr/>
        </p:nvSpPr>
        <p:spPr>
          <a:xfrm>
            <a:off x="5347010" y="978741"/>
            <a:ext cx="15388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50" spc="-23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파일이름 </a:t>
            </a:r>
            <a:r>
              <a:rPr kumimoji="1" lang="en-US" altLang="ko-KR" sz="1050" spc="-23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: </a:t>
            </a:r>
            <a:r>
              <a:rPr kumimoji="1" lang="en-US" altLang="ko-KR" sz="1050" spc="-23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setting.json</a:t>
            </a:r>
            <a:endParaRPr kumimoji="1" lang="ko-KR" altLang="en-US" sz="1050" spc="-23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  <a:latin typeface="Montserrat" pitchFamily="2" charset="0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77839-8F0D-61C1-06AA-20B3A2F62C45}"/>
              </a:ext>
            </a:extLst>
          </p:cNvPr>
          <p:cNvSpPr txBox="1"/>
          <p:nvPr/>
        </p:nvSpPr>
        <p:spPr>
          <a:xfrm>
            <a:off x="9569219" y="918858"/>
            <a:ext cx="1010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단어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설명</a:t>
            </a:r>
          </a:p>
        </p:txBody>
      </p:sp>
      <p:pic>
        <p:nvPicPr>
          <p:cNvPr id="9" name="그림 8" descr="텍스트, 스크린샷, 잭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042690-A72C-215A-E073-9F976213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97" y="3220315"/>
            <a:ext cx="6387026" cy="243892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C76845-DF98-7274-8BD1-DB1E4447B664}"/>
              </a:ext>
            </a:extLst>
          </p:cNvPr>
          <p:cNvSpPr/>
          <p:nvPr/>
        </p:nvSpPr>
        <p:spPr>
          <a:xfrm>
            <a:off x="4435398" y="4683512"/>
            <a:ext cx="1747953" cy="27320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9D6A41-C469-47F1-389F-51FB4B9911C4}"/>
              </a:ext>
            </a:extLst>
          </p:cNvPr>
          <p:cNvSpPr/>
          <p:nvPr/>
        </p:nvSpPr>
        <p:spPr>
          <a:xfrm>
            <a:off x="4435398" y="5522640"/>
            <a:ext cx="1747953" cy="27320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C0CA43E-4EF7-47C3-4772-D3D3A7663C0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9375" y="4956717"/>
            <a:ext cx="0" cy="565923"/>
          </a:xfrm>
          <a:prstGeom prst="straightConnector1">
            <a:avLst/>
          </a:prstGeom>
          <a:noFill/>
          <a:ln w="19050">
            <a:solidFill>
              <a:srgbClr val="00B0F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A03187-7D6E-9821-7B3D-DCA82FB49436}"/>
              </a:ext>
            </a:extLst>
          </p:cNvPr>
          <p:cNvSpPr txBox="1"/>
          <p:nvPr/>
        </p:nvSpPr>
        <p:spPr>
          <a:xfrm>
            <a:off x="4435398" y="5541929"/>
            <a:ext cx="1747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일반 </a:t>
            </a:r>
            <a:r>
              <a:rPr kumimoji="1" lang="en-US" altLang="ko-KR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PC</a:t>
            </a: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의 경우 선택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1C44B-2C86-8DDD-F8AB-EE27AB01C624}"/>
              </a:ext>
            </a:extLst>
          </p:cNvPr>
          <p:cNvSpPr txBox="1"/>
          <p:nvPr/>
        </p:nvSpPr>
        <p:spPr>
          <a:xfrm>
            <a:off x="10249751" y="2313623"/>
            <a:ext cx="4480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출처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692D7-2521-2B7A-11C8-66E302EEF499}"/>
              </a:ext>
            </a:extLst>
          </p:cNvPr>
          <p:cNvSpPr txBox="1"/>
          <p:nvPr/>
        </p:nvSpPr>
        <p:spPr>
          <a:xfrm>
            <a:off x="9713719" y="2255364"/>
            <a:ext cx="591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-12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Montserrat" pitchFamily="2" charset="0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주제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402E4-CD1D-01CB-5501-00EF3CDF9697}"/>
              </a:ext>
            </a:extLst>
          </p:cNvPr>
          <p:cNvSpPr txBox="1"/>
          <p:nvPr/>
        </p:nvSpPr>
        <p:spPr>
          <a:xfrm>
            <a:off x="9713718" y="2592872"/>
            <a:ext cx="1010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단어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5C8B8-18AB-02D9-E102-D42DD8D874A1}"/>
              </a:ext>
            </a:extLst>
          </p:cNvPr>
          <p:cNvSpPr txBox="1"/>
          <p:nvPr/>
        </p:nvSpPr>
        <p:spPr>
          <a:xfrm>
            <a:off x="9713718" y="2931426"/>
            <a:ext cx="1286186" cy="628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44000" marR="0" lvl="0" indent="-180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내용 나열</a:t>
            </a:r>
            <a:endParaRPr kumimoji="1" lang="en-US" altLang="ko-KR" sz="1400" b="0" i="0" u="none" strike="noStrike" kern="1200" cap="none" spc="-23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Montserrat" pitchFamily="2" charset="0"/>
              <a:ea typeface="나눔스퀘어 네오 Regular" panose="00000500000000000000" pitchFamily="2" charset="-127"/>
              <a:cs typeface="+mn-cs"/>
            </a:endParaRPr>
          </a:p>
          <a:p>
            <a:pPr marL="144000" marR="0" lvl="0" indent="-180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두번째 내용</a:t>
            </a:r>
            <a:endParaRPr kumimoji="1" lang="en-US" altLang="ko-KR" sz="1400" b="0" i="0" u="none" strike="noStrike" kern="1200" cap="none" spc="-23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Montserrat" pitchFamily="2" charset="0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A052BE-B085-DE6B-2B9A-FBECA594CEFD}"/>
              </a:ext>
            </a:extLst>
          </p:cNvPr>
          <p:cNvSpPr/>
          <p:nvPr/>
        </p:nvSpPr>
        <p:spPr>
          <a:xfrm>
            <a:off x="9768503" y="3744223"/>
            <a:ext cx="540000" cy="540000"/>
          </a:xfrm>
          <a:prstGeom prst="rect">
            <a:avLst/>
          </a:prstGeom>
          <a:solidFill>
            <a:srgbClr val="4491C8">
              <a:alpha val="30196"/>
            </a:srgbClr>
          </a:solidFill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26B117-1FFE-B6DD-5DA4-7B750A226BFE}"/>
              </a:ext>
            </a:extLst>
          </p:cNvPr>
          <p:cNvSpPr/>
          <p:nvPr/>
        </p:nvSpPr>
        <p:spPr>
          <a:xfrm>
            <a:off x="9768503" y="5252640"/>
            <a:ext cx="540000" cy="5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C82DBC-89D3-72BF-E785-27F621497526}"/>
              </a:ext>
            </a:extLst>
          </p:cNvPr>
          <p:cNvSpPr/>
          <p:nvPr/>
        </p:nvSpPr>
        <p:spPr>
          <a:xfrm>
            <a:off x="9768503" y="4498431"/>
            <a:ext cx="540000" cy="54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83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E99D1-7664-6639-4B5B-90FE5FD6D7A4}"/>
              </a:ext>
            </a:extLst>
          </p:cNvPr>
          <p:cNvSpPr txBox="1"/>
          <p:nvPr/>
        </p:nvSpPr>
        <p:spPr>
          <a:xfrm>
            <a:off x="9713718" y="1932198"/>
            <a:ext cx="537840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강조</a:t>
            </a:r>
          </a:p>
        </p:txBody>
      </p:sp>
      <p:sp>
        <p:nvSpPr>
          <p:cNvPr id="19" name="Google Shape;37;g29a5d791be9_3_0">
            <a:extLst>
              <a:ext uri="{FF2B5EF4-FFF2-40B4-BE49-F238E27FC236}">
                <a16:creationId xmlns:a16="http://schemas.microsoft.com/office/drawing/2014/main" id="{7F284681-8781-5548-B0D7-F8E2E1F042AA}"/>
              </a:ext>
            </a:extLst>
          </p:cNvPr>
          <p:cNvSpPr/>
          <p:nvPr/>
        </p:nvSpPr>
        <p:spPr>
          <a:xfrm>
            <a:off x="9819675" y="1609881"/>
            <a:ext cx="252000" cy="252000"/>
          </a:xfrm>
          <a:prstGeom prst="ellipse">
            <a:avLst/>
          </a:prstGeom>
          <a:solidFill>
            <a:srgbClr val="F47820"/>
          </a:solidFill>
          <a:ln w="25400" cap="flat" cmpd="sng">
            <a:solidFill>
              <a:srgbClr val="F478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327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62</Words>
  <Application>Microsoft Office PowerPoint</Application>
  <PresentationFormat>와이드스크린</PresentationFormat>
  <Paragraphs>27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Arial</vt:lpstr>
      <vt:lpstr>Montserrat</vt:lpstr>
      <vt:lpstr>Wingdings</vt:lpstr>
      <vt:lpstr>맑은 고딕</vt:lpstr>
      <vt:lpstr>Office 테마</vt:lpstr>
      <vt:lpstr>스크린 캡쳐 이미지 테두리</vt:lpstr>
      <vt:lpstr>스크린 캡쳐 이미지 그래픽 요소</vt:lpstr>
      <vt:lpstr>스크린 캡쳐 이미지 그래픽 요소</vt:lpstr>
      <vt:lpstr>스크린 캡쳐 이미지 그래픽 요소</vt:lpstr>
      <vt:lpstr>스크린 캡쳐 이미지 그래픽 요소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Linda,han</dc:creator>
  <cp:lastModifiedBy>헌정 임</cp:lastModifiedBy>
  <cp:revision>18</cp:revision>
  <dcterms:created xsi:type="dcterms:W3CDTF">2026-07-03T02:54:23Z</dcterms:created>
  <dcterms:modified xsi:type="dcterms:W3CDTF">2026-07-17T02:37:10Z</dcterms:modified>
</cp:coreProperties>
</file>